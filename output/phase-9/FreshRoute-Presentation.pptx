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69cd159568473f" /><Relationship Type="http://schemas.openxmlformats.org/officeDocument/2006/relationships/extended-properties" Target="/docProps/app.xml" Id="Rd86ef92313d543c5" /><Relationship Type="http://schemas.openxmlformats.org/officeDocument/2006/relationships/officeDocument" Target="/ppt/presentation.xml" Id="R8907c8a1e39c449c" /></Relationships>
</file>

<file path=ppt/presentation.xml><?xml version="1.0" encoding="utf-8"?>
<p:presentation xmlns:p="http://schemas.openxmlformats.org/presentationml/2006/main">
  <p:sldMasterIdLst>
    <p:sldMasterId xmlns:r="http://schemas.openxmlformats.org/officeDocument/2006/relationships" id="2147483648" r:id="R2412a426f1c047ed"/>
  </p:sldMasterIdLst>
  <p:notesMasterIdLst>
    <p:notesMasterId xmlns:r="http://schemas.openxmlformats.org/officeDocument/2006/relationships" r:id="Raaeb61e255ae4fa2"/>
  </p:notesMasterIdLst>
  <p:sldIdLst>
    <p:sldId xmlns:r="http://schemas.openxmlformats.org/officeDocument/2006/relationships" id="256" r:id="R394077395ea4470b"/>
    <p:sldId xmlns:r="http://schemas.openxmlformats.org/officeDocument/2006/relationships" id="257" r:id="Re65cff7437b344d0"/>
    <p:sldId xmlns:r="http://schemas.openxmlformats.org/officeDocument/2006/relationships" id="258" r:id="R739826093aec4acc"/>
    <p:sldId xmlns:r="http://schemas.openxmlformats.org/officeDocument/2006/relationships" id="259" r:id="R346d4b3f00834496"/>
    <p:sldId xmlns:r="http://schemas.openxmlformats.org/officeDocument/2006/relationships" id="260" r:id="R0ffff4c33ed84d5e"/>
    <p:sldId xmlns:r="http://schemas.openxmlformats.org/officeDocument/2006/relationships" id="261" r:id="R367269ac83164d32"/>
    <p:sldId xmlns:r="http://schemas.openxmlformats.org/officeDocument/2006/relationships" id="262" r:id="R703e6f012bce45c3"/>
    <p:sldId xmlns:r="http://schemas.openxmlformats.org/officeDocument/2006/relationships" id="263" r:id="R208223bdbbf349c4"/>
    <p:sldId xmlns:r="http://schemas.openxmlformats.org/officeDocument/2006/relationships" id="264" r:id="R9ef8f288d5b64da7"/>
    <p:sldId xmlns:r="http://schemas.openxmlformats.org/officeDocument/2006/relationships" id="265" r:id="R0f362a50463a42cd"/>
    <p:sldId xmlns:r="http://schemas.openxmlformats.org/officeDocument/2006/relationships" id="266" r:id="R02d05a63136e4cd2"/>
    <p:sldId xmlns:r="http://schemas.openxmlformats.org/officeDocument/2006/relationships" id="267" r:id="Reb7d19918e1449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140a8fec1c4532" /><Relationship Type="http://schemas.openxmlformats.org/officeDocument/2006/relationships/slideMaster" Target="/ppt/slideMasters/slideMaster1.xml" Id="R2412a426f1c047ed" /><Relationship Type="http://schemas.openxmlformats.org/officeDocument/2006/relationships/notesMaster" Target="/ppt/notesMasters/notesMaster1.xml" Id="Raaeb61e255ae4fa2" /><Relationship Type="http://schemas.openxmlformats.org/officeDocument/2006/relationships/presProps" Target="/ppt/presProps.xml" Id="Rc57ec293c3c24c10" /><Relationship Type="http://schemas.openxmlformats.org/officeDocument/2006/relationships/tableStyles" Target="/ppt/tableStyles.xml" Id="Rb54742c02f074563" /><Relationship Type="http://schemas.openxmlformats.org/officeDocument/2006/relationships/slide" Target="/ppt/slides/slide1.xml" Id="R394077395ea4470b" /><Relationship Type="http://schemas.openxmlformats.org/officeDocument/2006/relationships/slide" Target="/ppt/slides/slide2.xml" Id="Re65cff7437b344d0" /><Relationship Type="http://schemas.openxmlformats.org/officeDocument/2006/relationships/slide" Target="/ppt/slides/slide3.xml" Id="R739826093aec4acc" /><Relationship Type="http://schemas.openxmlformats.org/officeDocument/2006/relationships/slide" Target="/ppt/slides/slide4.xml" Id="R346d4b3f00834496" /><Relationship Type="http://schemas.openxmlformats.org/officeDocument/2006/relationships/slide" Target="/ppt/slides/slide5.xml" Id="R0ffff4c33ed84d5e" /><Relationship Type="http://schemas.openxmlformats.org/officeDocument/2006/relationships/slide" Target="/ppt/slides/slide6.xml" Id="R367269ac83164d32" /><Relationship Type="http://schemas.openxmlformats.org/officeDocument/2006/relationships/slide" Target="/ppt/slides/slide7.xml" Id="R703e6f012bce45c3" /><Relationship Type="http://schemas.openxmlformats.org/officeDocument/2006/relationships/slide" Target="/ppt/slides/slide8.xml" Id="R208223bdbbf349c4" /><Relationship Type="http://schemas.openxmlformats.org/officeDocument/2006/relationships/slide" Target="/ppt/slides/slide9.xml" Id="R9ef8f288d5b64da7" /><Relationship Type="http://schemas.openxmlformats.org/officeDocument/2006/relationships/slide" Target="/ppt/slides/slide10.xml" Id="R0f362a50463a42cd" /><Relationship Type="http://schemas.openxmlformats.org/officeDocument/2006/relationships/slide" Target="/ppt/slides/slide11.xml" Id="R02d05a63136e4cd2" /><Relationship Type="http://schemas.openxmlformats.org/officeDocument/2006/relationships/slide" Target="/ppt/slides/slide12.xml" Id="Reb7d19918e1449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8d1df4155c42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d389aedddc4aed" /><Relationship Type="http://schemas.openxmlformats.org/officeDocument/2006/relationships/notesMaster" Target="/ppt/notesMasters/notesMaster1.xml" Id="Rcfc31509193a45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a8558ad1dd4db1" /><Relationship Type="http://schemas.openxmlformats.org/officeDocument/2006/relationships/notesMaster" Target="/ppt/notesMasters/notesMaster1.xml" Id="R4c00c393d7cb4d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cf58a8bb6946c2" /><Relationship Type="http://schemas.openxmlformats.org/officeDocument/2006/relationships/notesMaster" Target="/ppt/notesMasters/notesMaster1.xml" Id="R7917086fee834f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28dd5748b0487a" /><Relationship Type="http://schemas.openxmlformats.org/officeDocument/2006/relationships/notesMaster" Target="/ppt/notesMasters/notesMaster1.xml" Id="Rce0773df955942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b869c0ba54b3c" /><Relationship Type="http://schemas.openxmlformats.org/officeDocument/2006/relationships/notesMaster" Target="/ppt/notesMasters/notesMaster1.xml" Id="R57f0ca0d1bba45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4cec3203254319" /><Relationship Type="http://schemas.openxmlformats.org/officeDocument/2006/relationships/notesMaster" Target="/ppt/notesMasters/notesMaster1.xml" Id="R7a9e00838fdb4e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e708d9f345438c" /><Relationship Type="http://schemas.openxmlformats.org/officeDocument/2006/relationships/notesMaster" Target="/ppt/notesMasters/notesMaster1.xml" Id="Ra725d738fe9d41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5976b595c54706" /><Relationship Type="http://schemas.openxmlformats.org/officeDocument/2006/relationships/notesMaster" Target="/ppt/notesMasters/notesMaster1.xml" Id="R007ab770721448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89c890e6394775" /><Relationship Type="http://schemas.openxmlformats.org/officeDocument/2006/relationships/notesMaster" Target="/ppt/notesMasters/notesMaster1.xml" Id="R777329efb13e43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ad7a03ff9c4f27" /><Relationship Type="http://schemas.openxmlformats.org/officeDocument/2006/relationships/notesMaster" Target="/ppt/notesMasters/notesMaster1.xml" Id="R6c227a458ef24f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2f8ed7066342e4" /><Relationship Type="http://schemas.openxmlformats.org/officeDocument/2006/relationships/notesMaster" Target="/ppt/notesMasters/notesMaster1.xml" Id="Rce26a534b82a48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5e69ad30fd4f84" /><Relationship Type="http://schemas.openxmlformats.org/officeDocument/2006/relationships/notesMaster" Target="/ppt/notesMasters/notesMaster1.xml" Id="Re30944e2f21d43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FreshRoute helps a dispatcher compare rescue options for delayed perishable shipments and preserve a reviewed decision. Fictional inputs; illustrative quality model. Source: docs/phase-9/REPORT_SOURCE.json, sections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Explain the dispatcher problem, not just the service inventory. Route times, temperatures and costs are entered assumptions. No live GPS, traffic or sensor integration. Source: src/fixtures.ts; src/model/engine.ts.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unchanged FR-101 fixture is illustrative. Continuation has modeled quality 58.3/100 and 350 kg below threshold; it is infeasible. Eastside is the seeded winner. These are model outputs, not measured waste or commercial savings. Source: docs/phase-3/seeded-incident.json.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Q10=2 converts temperature history to equivalent hours at 10 C. Quality cohorts decay exponentially. Loss is cohort mass below threshold. Hard constraints precede scoring. Saved snapshots preserve model and source versions; edits require recalculation. Source: src/model/engine.ts; parameters.ts; tests/model.test.mjs.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Browser uses Cognito PKCE and an authenticated API. API Gateway HTTPS frontend plus Web Lambda reads private S3 because CloudFront account verification is blocked. Application uses four DynamoDB tables, Step Functions, queues, Streams, workers and private reports. Diagram is simplified; no EC2 in the production path. Source: infrastructure/app.ts; workflows.ts; fulfilment.ts; docs/phase-9/ARCHITECTURE.md.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Web, data, reports and audit separate access and retention responsibilities. All private/versioned/TLS-only; reports and audit use a customer-managed KMS key. Lifecycle settings do not prove an archive transition. Source: infrastructure/app.ts; docs/phase-8/operations-final-verification.json.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Current technical backend uses Groq openai/gpt-oss-20b; optional Bedrock adapter is not a successful Bedrock deployment claim. Neutral business UI says AI. Secret stays server-side. 800 tokens, nine-second deadline, one-hour cache; quotas 20 per owner and 200 global UTC uncached attempts/day. Grounded schema validation and fallback. AI IAM cannot reserve capacity. Source: infrastructure/copilot.ts; server/copilot.ts; docs/phase-7/; docs/phase-8/application-regression.json.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Frozen analysis is not a reservation. Current revisions, whole-gram capacity and conditional transactions protect booking. Explicit terminal transitions release once. Queue workers produce private PDFs and notifications. Email receipt is not claimed. Source: server/commands.ts; server/fulfilment.ts; tests/reservations.test.mjs; docs/phase-8/application-regression.json.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Two healthy EC2 workers and internal ALB; same EFS checksum, distinct EBS scratch; peering and SSM without SSH; ASG replacement and controlled desired 1-to-2 scaling; WAF allowed 200/test 403; Config compliant/drift/remediation. Private RDS TLS and DMS full load: three exact rows, same instance schemas, no CDC/cutover. All five stacks deleted. Source: docs/phase-8/*-verification.json; scale-and-migration-completion.json; cleanup-verification.json.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71 topic entries checked against supplied BCSE355L syllabus. Retained implementation, deleted labs and studies are distinct. Multi-AZ, read replicas, Aurora, Direct Connect, SWF, Shield and historical/physical migration topics remain studies. CloudFront blocked; Trusted Advisor restricted. Source: docs/phase-9/SYLLABUS_MATRIX.csv; original supplied syllabus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USD 200 is a planning ceiling, not an enforced cap. Five thresholds 25/50/100/150/180 USD. Retained resources incur normal charges; account estimates/credits are dated and delayed. Browser visual QA and human rehearsal remain; email delivery and CloudFront unresolved. Source: docs/phase-8/cost-verification.json; account-review.json; cleanup-verification.json; docs/phase-9/RELEASE_STATUS.md.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Close with the sequence and practical contribution. Use the seven-minute in-app guide or the deck as separate presentation routes, not both inside seven minutes. Production requires calibrated models and real recipient/dispatch integration. No measured food savings or guaranteed grade. Source: docs/phase-9/DEMO_SCRIPT.md; REPORT_SOURCE.json. Total deck allocation: 420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8a649946b544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6e9d747b1446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908a363feb42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8a3863f9564f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0380d9826748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da9850737c44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551485-30B3-4396-8DBB-0170896A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44CE40-B027-46EC-A038-C482AA47FF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1628CE-1B7A-4858-847E-9EFCE384D0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5F3744-A524-455C-9631-B7C56EB06B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4857D9-0BB5-4E28-BCDA-D39555274A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991056-4D5C-4C09-915C-347A3616BF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DDAC3C-3745-47B5-90CE-C076FBA799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5A3020-52AD-4ED8-B4CE-D2CF896C0E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521545-5F56-4250-92EF-151444CC65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C89620-FFBC-4B8B-B071-3530D342DE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4143c4f918454e" /><Relationship Type="http://schemas.openxmlformats.org/officeDocument/2006/relationships/slideLayout" Target="/ppt/slideLayouts/slideLayout1.xml" Id="R18062443ff0644c8" /><Relationship Type="http://schemas.openxmlformats.org/officeDocument/2006/relationships/slideLayout" Target="/ppt/slideLayouts/slideLayout2.xml" Id="Rb303897fb2034901" /><Relationship Type="http://schemas.openxmlformats.org/officeDocument/2006/relationships/slideLayout" Target="/ppt/slideLayouts/slideLayout3.xml" Id="R28855f37ce444c70" /><Relationship Type="http://schemas.openxmlformats.org/officeDocument/2006/relationships/slideLayout" Target="/ppt/slideLayouts/slideLayout4.xml" Id="R1ca285a5d3e245f6" /><Relationship Type="http://schemas.openxmlformats.org/officeDocument/2006/relationships/slideLayout" Target="/ppt/slideLayouts/slideLayout5.xml" Id="R4f8a465bf63f4054" /><Relationship Type="http://schemas.openxmlformats.org/officeDocument/2006/relationships/slideLayout" Target="/ppt/slideLayouts/slideLayout6.xml" Id="R8741caa9dae14c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062443ff0644c8"/>
    <p:sldLayoutId xmlns:r="http://schemas.openxmlformats.org/officeDocument/2006/relationships" id="2147483650" r:id="Rb303897fb2034901"/>
    <p:sldLayoutId xmlns:r="http://schemas.openxmlformats.org/officeDocument/2006/relationships" id="2147483651" r:id="R28855f37ce444c70"/>
    <p:sldLayoutId xmlns:r="http://schemas.openxmlformats.org/officeDocument/2006/relationships" id="2147483652" r:id="R1ca285a5d3e245f6"/>
    <p:sldLayoutId xmlns:r="http://schemas.openxmlformats.org/officeDocument/2006/relationships" id="2147483653" r:id="R4f8a465bf63f4054"/>
    <p:sldLayoutId xmlns:r="http://schemas.openxmlformats.org/officeDocument/2006/relationships" id="2147483654" r:id="R8741caa9dae14c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05d865608d46cd" /><Relationship Type="http://schemas.openxmlformats.org/officeDocument/2006/relationships/notesSlide" Target="/ppt/notesSlides/notesSlide1.xml" Id="R026c3c5d711d44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76a4c8c6f447bf" /><Relationship Type="http://schemas.openxmlformats.org/officeDocument/2006/relationships/notesSlide" Target="/ppt/notesSlides/notesSlide2.xml" Id="Re1c818c8cab346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3c62486e2a4cc9" /><Relationship Type="http://schemas.openxmlformats.org/officeDocument/2006/relationships/notesSlide" Target="/ppt/notesSlides/notesSlide3.xml" Id="Re1c49bc8006c44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8e066adf8c481d" /><Relationship Type="http://schemas.openxmlformats.org/officeDocument/2006/relationships/notesSlide" Target="/ppt/notesSlides/notesSlide4.xml" Id="R4904f34717ca47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25fa094b37422e" /><Relationship Type="http://schemas.openxmlformats.org/officeDocument/2006/relationships/notesSlide" Target="/ppt/notesSlides/notesSlide5.xml" Id="Rb2983f9021f04b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7598047ef24459" /><Relationship Type="http://schemas.openxmlformats.org/officeDocument/2006/relationships/notesSlide" Target="/ppt/notesSlides/notesSlide6.xml" Id="Rdee30b08816e41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dcb4330b2a4a7d" /><Relationship Type="http://schemas.openxmlformats.org/officeDocument/2006/relationships/notesSlide" Target="/ppt/notesSlides/notesSlide7.xml" Id="Rf2fb96eb7f944b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db1ab6fea84d6d" /><Relationship Type="http://schemas.openxmlformats.org/officeDocument/2006/relationships/notesSlide" Target="/ppt/notesSlides/notesSlide8.xml" Id="R880d1cf3deab4b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604e4526c2480f" /><Relationship Type="http://schemas.openxmlformats.org/officeDocument/2006/relationships/notesSlide" Target="/ppt/notesSlides/notesSlide9.xml" Id="R32d79de1fa9746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67f6c1b1124884" /><Relationship Type="http://schemas.openxmlformats.org/officeDocument/2006/relationships/notesSlide" Target="/ppt/notesSlides/notesSlide10.xml" Id="Rc3a2057c438d43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4c9e0e32fd04b68" /><Relationship Type="http://schemas.openxmlformats.org/officeDocument/2006/relationships/notesSlide" Target="/ppt/notesSlides/notesSlide11.xml" Id="R77f129d553a349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7aa62f1bed4c2a" /><Relationship Type="http://schemas.openxmlformats.org/officeDocument/2006/relationships/notesSlide" Target="/ppt/notesSlides/notesSlide12.xml" Id="Ra3196de08e844503" /></Relationships>
</file>

<file path=ppt/slides/slide1.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647285-97E7-49EA-A861-9AF34490F206}"/>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BCSE355L · PHASE 9</a:t>
            </a:r>
          </a:p>
        </p:txBody>
      </p:sp>
      <p:sp>
        <p:nvSpPr>
          <p:cNvPr id="2" name="">
            <a:extLst xmlns:a="http://schemas.openxmlformats.org/drawingml/2006/main">
              <a:ext uri="{FF2B5EF4-FFF2-40B4-BE49-F238E27FC236}">
                <a16:creationId xmlns:a16="http://schemas.microsoft.com/office/drawing/2014/main" id="{AB8831F7-AA58-4F2F-BB26-D2553430DFBE}"/>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Good food. Better decisions.</a:t>
            </a:r>
          </a:p>
        </p:txBody>
      </p:sp>
      <p:sp>
        <p:nvSpPr>
          <p:cNvPr id="3" name="">
            <a:extLst xmlns:a="http://schemas.openxmlformats.org/drawingml/2006/main">
              <a:ext uri="{FF2B5EF4-FFF2-40B4-BE49-F238E27FC236}">
                <a16:creationId xmlns:a16="http://schemas.microsoft.com/office/drawing/2014/main" id="{93F7C536-735A-491F-BFE9-67CDEEB6AE10}"/>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416C10-8439-48B6-87E2-094F29B4608D}"/>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87CBCA02-06E4-4849-9B4C-E8D0F1B8EEC3}"/>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12038D4-CEDA-4C3D-8046-120CFC2D0885}"/>
              </a:ext>
            </a:extLst>
          </p:cNvPr>
          <p:cNvSpPr>
            <a:spLocks xmlns:a="http://schemas.openxmlformats.org/drawingml/2006/main" noGrp="1"/>
          </p:cNvSpPr>
          <p:nvPr/>
        </p:nvSpPr>
        <p:spPr>
          <a:xfrm xmlns:a="http://schemas.openxmlformats.org/drawingml/2006/main">
            <a:off x="609600" y="23050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93F32"/>
                </a:solidFill>
                <a:latin typeface="Arial"/>
                <a:ea typeface="Arial"/>
                <a:cs typeface="Arial"/>
              </a:defRPr>
            </a:defPPr>
            <a:lvl1pPr>
              <a:defRPr sz="2550" b="0">
                <a:solidFill>
                  <a:srgbClr val="193F32"/>
                </a:solidFill>
                <a:latin typeface="Arial"/>
                <a:ea typeface="Arial"/>
                <a:cs typeface="Arial"/>
              </a:defRPr>
            </a:lvl1pPr>
            <a:lvl2pPr>
              <a:defRPr sz="2550" b="0">
                <a:solidFill>
                  <a:srgbClr val="193F32"/>
                </a:solidFill>
                <a:latin typeface="Arial"/>
                <a:ea typeface="Arial"/>
                <a:cs typeface="Arial"/>
              </a:defRPr>
            </a:lvl2pPr>
            <a:lvl3pPr>
              <a:defRPr sz="2550" b="0">
                <a:solidFill>
                  <a:srgbClr val="193F32"/>
                </a:solidFill>
                <a:latin typeface="Arial"/>
                <a:ea typeface="Arial"/>
                <a:cs typeface="Arial"/>
              </a:defRPr>
            </a:lvl3pPr>
            <a:lvl4pPr>
              <a:defRPr sz="2550" b="0">
                <a:solidFill>
                  <a:srgbClr val="193F32"/>
                </a:solidFill>
                <a:latin typeface="Arial"/>
                <a:ea typeface="Arial"/>
                <a:cs typeface="Arial"/>
              </a:defRPr>
            </a:lvl4pPr>
            <a:lvl5pPr>
              <a:defRPr sz="2550" b="0">
                <a:solidFill>
                  <a:srgbClr val="193F32"/>
                </a:solidFill>
                <a:latin typeface="Arial"/>
                <a:ea typeface="Arial"/>
                <a:cs typeface="Arial"/>
              </a:defRPr>
            </a:lvl5pPr>
            <a:lvl6pPr>
              <a:defRPr sz="2550" b="0">
                <a:solidFill>
                  <a:srgbClr val="193F32"/>
                </a:solidFill>
                <a:latin typeface="Arial"/>
                <a:ea typeface="Arial"/>
                <a:cs typeface="Arial"/>
              </a:defRPr>
            </a:lvl6pPr>
            <a:lvl7pPr>
              <a:defRPr sz="2550" b="0">
                <a:solidFill>
                  <a:srgbClr val="193F32"/>
                </a:solidFill>
                <a:latin typeface="Arial"/>
                <a:ea typeface="Arial"/>
                <a:cs typeface="Arial"/>
              </a:defRPr>
            </a:lvl7pPr>
            <a:lvl8pPr>
              <a:defRPr sz="2550" b="0">
                <a:solidFill>
                  <a:srgbClr val="193F32"/>
                </a:solidFill>
                <a:latin typeface="Arial"/>
                <a:ea typeface="Arial"/>
                <a:cs typeface="Arial"/>
              </a:defRPr>
            </a:lvl8pPr>
            <a:lvl9pPr>
              <a:defRPr sz="2550" b="0">
                <a:solidFill>
                  <a:srgbClr val="193F32"/>
                </a:solidFill>
                <a:latin typeface="Arial"/>
                <a:ea typeface="Arial"/>
                <a:cs typeface="Arial"/>
              </a:defRPr>
            </a:lvl9pPr>
          </a:lstStyle>
          <a:p xmlns:a="http://schemas.openxmlformats.org/drawingml/2006/main">
            <a:pPr>
              <a:defRPr sz="2550" b="0">
                <a:solidFill>
                  <a:srgbClr val="193F32"/>
                </a:solidFill>
                <a:latin typeface="Arial"/>
                <a:ea typeface="Arial"/>
                <a:cs typeface="Arial"/>
              </a:defRPr>
            </a:pPr>
            <a:r>
              <a:rPr sz="2550" b="0">
                <a:solidFill>
                  <a:srgbClr val="193F32"/>
                </a:solidFill>
                <a:latin typeface="Arial"/>
                <a:ea typeface="Arial"/>
                <a:cs typeface="Arial"/>
              </a:rPr>
              <a:t>A traceable path from a delayed shipment</a:t>
            </a:r>
          </a:p>
          <a:p xmlns:a="http://schemas.openxmlformats.org/drawingml/2006/main">
            <a:pPr>
              <a:defRPr sz="2550" b="0">
                <a:solidFill>
                  <a:srgbClr val="193F32"/>
                </a:solidFill>
                <a:latin typeface="Arial"/>
                <a:ea typeface="Arial"/>
                <a:cs typeface="Arial"/>
              </a:defRPr>
            </a:pPr>
            <a:r>
              <a:rPr sz="2550" b="0">
                <a:solidFill>
                  <a:srgbClr val="193F32"/>
                </a:solidFill>
                <a:latin typeface="Arial"/>
                <a:ea typeface="Arial"/>
                <a:cs typeface="Arial"/>
              </a:rPr>
              <a:t>to an operator-approved rescue plan.</a:t>
            </a:r>
          </a:p>
        </p:txBody>
      </p:sp>
      <p:sp>
        <p:nvSpPr>
          <p:cNvPr id="7" name="">
            <a:extLst xmlns:a="http://schemas.openxmlformats.org/drawingml/2006/main">
              <a:ext uri="{FF2B5EF4-FFF2-40B4-BE49-F238E27FC236}">
                <a16:creationId xmlns:a16="http://schemas.microsoft.com/office/drawing/2014/main" id="{E8B838F1-69BA-465A-BEDB-64E4C715B450}"/>
              </a:ext>
            </a:extLst>
          </p:cNvPr>
          <p:cNvSpPr>
            <a:spLocks xmlns:a="http://schemas.openxmlformats.org/drawingml/2006/main" noGrp="1"/>
          </p:cNvSpPr>
          <p:nvPr/>
        </p:nvSpPr>
        <p:spPr>
          <a:xfrm xmlns:a="http://schemas.openxmlformats.org/drawingml/2006/main">
            <a:off x="609600" y="44386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16D52"/>
                </a:solidFill>
                <a:latin typeface="Arial"/>
                <a:ea typeface="Arial"/>
                <a:cs typeface="Arial"/>
              </a:defRPr>
            </a:defPPr>
            <a:lvl1pPr>
              <a:defRPr sz="2775" b="1">
                <a:solidFill>
                  <a:srgbClr val="416D52"/>
                </a:solidFill>
                <a:latin typeface="Arial"/>
                <a:ea typeface="Arial"/>
                <a:cs typeface="Arial"/>
              </a:defRPr>
            </a:lvl1pPr>
            <a:lvl2pPr>
              <a:defRPr sz="2775" b="1">
                <a:solidFill>
                  <a:srgbClr val="416D52"/>
                </a:solidFill>
                <a:latin typeface="Arial"/>
                <a:ea typeface="Arial"/>
                <a:cs typeface="Arial"/>
              </a:defRPr>
            </a:lvl2pPr>
            <a:lvl3pPr>
              <a:defRPr sz="2775" b="1">
                <a:solidFill>
                  <a:srgbClr val="416D52"/>
                </a:solidFill>
                <a:latin typeface="Arial"/>
                <a:ea typeface="Arial"/>
                <a:cs typeface="Arial"/>
              </a:defRPr>
            </a:lvl3pPr>
            <a:lvl4pPr>
              <a:defRPr sz="2775" b="1">
                <a:solidFill>
                  <a:srgbClr val="416D52"/>
                </a:solidFill>
                <a:latin typeface="Arial"/>
                <a:ea typeface="Arial"/>
                <a:cs typeface="Arial"/>
              </a:defRPr>
            </a:lvl4pPr>
            <a:lvl5pPr>
              <a:defRPr sz="2775" b="1">
                <a:solidFill>
                  <a:srgbClr val="416D52"/>
                </a:solidFill>
                <a:latin typeface="Arial"/>
                <a:ea typeface="Arial"/>
                <a:cs typeface="Arial"/>
              </a:defRPr>
            </a:lvl5pPr>
            <a:lvl6pPr>
              <a:defRPr sz="2775" b="1">
                <a:solidFill>
                  <a:srgbClr val="416D52"/>
                </a:solidFill>
                <a:latin typeface="Arial"/>
                <a:ea typeface="Arial"/>
                <a:cs typeface="Arial"/>
              </a:defRPr>
            </a:lvl6pPr>
            <a:lvl7pPr>
              <a:defRPr sz="2775" b="1">
                <a:solidFill>
                  <a:srgbClr val="416D52"/>
                </a:solidFill>
                <a:latin typeface="Arial"/>
                <a:ea typeface="Arial"/>
                <a:cs typeface="Arial"/>
              </a:defRPr>
            </a:lvl7pPr>
            <a:lvl8pPr>
              <a:defRPr sz="2775" b="1">
                <a:solidFill>
                  <a:srgbClr val="416D52"/>
                </a:solidFill>
                <a:latin typeface="Arial"/>
                <a:ea typeface="Arial"/>
                <a:cs typeface="Arial"/>
              </a:defRPr>
            </a:lvl8pPr>
            <a:lvl9pPr>
              <a:defRPr sz="2775" b="1">
                <a:solidFill>
                  <a:srgbClr val="416D52"/>
                </a:solidFill>
                <a:latin typeface="Arial"/>
                <a:ea typeface="Arial"/>
                <a:cs typeface="Arial"/>
              </a:defRPr>
            </a:lvl9pPr>
          </a:lstStyle>
          <a:p xmlns:a="http://schemas.openxmlformats.org/drawingml/2006/main">
            <a:pPr>
              <a:defRPr sz="2775" b="1">
                <a:solidFill>
                  <a:srgbClr val="416D52"/>
                </a:solidFill>
                <a:latin typeface="Arial"/>
                <a:ea typeface="Arial"/>
                <a:cs typeface="Arial"/>
              </a:defRPr>
            </a:pPr>
            <a:r>
              <a:rPr sz="2775" b="1">
                <a:solidFill>
                  <a:srgbClr val="416D52"/>
                </a:solidFill>
                <a:latin typeface="Arial"/>
                <a:ea typeface="Arial"/>
                <a:cs typeface="Arial"/>
              </a:rPr>
              <a:t>Observe</a:t>
            </a:r>
          </a:p>
        </p:txBody>
      </p:sp>
      <p:sp>
        <p:nvSpPr>
          <p:cNvPr id="8" name="">
            <a:extLst xmlns:a="http://schemas.openxmlformats.org/drawingml/2006/main">
              <a:ext uri="{FF2B5EF4-FFF2-40B4-BE49-F238E27FC236}">
                <a16:creationId xmlns:a16="http://schemas.microsoft.com/office/drawing/2014/main" id="{80E66A6E-4802-43F8-9921-58563302B8C5}"/>
              </a:ext>
            </a:extLst>
          </p:cNvPr>
          <p:cNvSpPr>
            <a:spLocks xmlns:a="http://schemas.openxmlformats.org/drawingml/2006/main" noGrp="1"/>
          </p:cNvSpPr>
          <p:nvPr/>
        </p:nvSpPr>
        <p:spPr>
          <a:xfrm xmlns:a="http://schemas.openxmlformats.org/drawingml/2006/main">
            <a:off x="3076575" y="4572000"/>
            <a:ext cx="619125"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2B5216-A77E-4776-8CC3-78BD65543C37}"/>
              </a:ext>
            </a:extLst>
          </p:cNvPr>
          <p:cNvSpPr>
            <a:spLocks xmlns:a="http://schemas.openxmlformats.org/drawingml/2006/main" noGrp="1"/>
          </p:cNvSpPr>
          <p:nvPr/>
        </p:nvSpPr>
        <p:spPr>
          <a:xfrm xmlns:a="http://schemas.openxmlformats.org/drawingml/2006/main">
            <a:off x="4219575" y="44386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16D52"/>
                </a:solidFill>
                <a:latin typeface="Arial"/>
                <a:ea typeface="Arial"/>
                <a:cs typeface="Arial"/>
              </a:defRPr>
            </a:defPPr>
            <a:lvl1pPr>
              <a:defRPr sz="2775" b="1">
                <a:solidFill>
                  <a:srgbClr val="416D52"/>
                </a:solidFill>
                <a:latin typeface="Arial"/>
                <a:ea typeface="Arial"/>
                <a:cs typeface="Arial"/>
              </a:defRPr>
            </a:lvl1pPr>
            <a:lvl2pPr>
              <a:defRPr sz="2775" b="1">
                <a:solidFill>
                  <a:srgbClr val="416D52"/>
                </a:solidFill>
                <a:latin typeface="Arial"/>
                <a:ea typeface="Arial"/>
                <a:cs typeface="Arial"/>
              </a:defRPr>
            </a:lvl2pPr>
            <a:lvl3pPr>
              <a:defRPr sz="2775" b="1">
                <a:solidFill>
                  <a:srgbClr val="416D52"/>
                </a:solidFill>
                <a:latin typeface="Arial"/>
                <a:ea typeface="Arial"/>
                <a:cs typeface="Arial"/>
              </a:defRPr>
            </a:lvl3pPr>
            <a:lvl4pPr>
              <a:defRPr sz="2775" b="1">
                <a:solidFill>
                  <a:srgbClr val="416D52"/>
                </a:solidFill>
                <a:latin typeface="Arial"/>
                <a:ea typeface="Arial"/>
                <a:cs typeface="Arial"/>
              </a:defRPr>
            </a:lvl4pPr>
            <a:lvl5pPr>
              <a:defRPr sz="2775" b="1">
                <a:solidFill>
                  <a:srgbClr val="416D52"/>
                </a:solidFill>
                <a:latin typeface="Arial"/>
                <a:ea typeface="Arial"/>
                <a:cs typeface="Arial"/>
              </a:defRPr>
            </a:lvl5pPr>
            <a:lvl6pPr>
              <a:defRPr sz="2775" b="1">
                <a:solidFill>
                  <a:srgbClr val="416D52"/>
                </a:solidFill>
                <a:latin typeface="Arial"/>
                <a:ea typeface="Arial"/>
                <a:cs typeface="Arial"/>
              </a:defRPr>
            </a:lvl6pPr>
            <a:lvl7pPr>
              <a:defRPr sz="2775" b="1">
                <a:solidFill>
                  <a:srgbClr val="416D52"/>
                </a:solidFill>
                <a:latin typeface="Arial"/>
                <a:ea typeface="Arial"/>
                <a:cs typeface="Arial"/>
              </a:defRPr>
            </a:lvl7pPr>
            <a:lvl8pPr>
              <a:defRPr sz="2775" b="1">
                <a:solidFill>
                  <a:srgbClr val="416D52"/>
                </a:solidFill>
                <a:latin typeface="Arial"/>
                <a:ea typeface="Arial"/>
                <a:cs typeface="Arial"/>
              </a:defRPr>
            </a:lvl8pPr>
            <a:lvl9pPr>
              <a:defRPr sz="2775" b="1">
                <a:solidFill>
                  <a:srgbClr val="416D52"/>
                </a:solidFill>
                <a:latin typeface="Arial"/>
                <a:ea typeface="Arial"/>
                <a:cs typeface="Arial"/>
              </a:defRPr>
            </a:lvl9pPr>
          </a:lstStyle>
          <a:p xmlns:a="http://schemas.openxmlformats.org/drawingml/2006/main">
            <a:pPr>
              <a:defRPr sz="2775" b="1">
                <a:solidFill>
                  <a:srgbClr val="416D52"/>
                </a:solidFill>
                <a:latin typeface="Arial"/>
                <a:ea typeface="Arial"/>
                <a:cs typeface="Arial"/>
              </a:defRPr>
            </a:pPr>
            <a:r>
              <a:rPr sz="2775" b="1">
                <a:solidFill>
                  <a:srgbClr val="416D52"/>
                </a:solidFill>
                <a:latin typeface="Arial"/>
                <a:ea typeface="Arial"/>
                <a:cs typeface="Arial"/>
              </a:rPr>
              <a:t>Simulate</a:t>
            </a:r>
          </a:p>
        </p:txBody>
      </p:sp>
      <p:sp>
        <p:nvSpPr>
          <p:cNvPr id="10" name="">
            <a:extLst xmlns:a="http://schemas.openxmlformats.org/drawingml/2006/main">
              <a:ext uri="{FF2B5EF4-FFF2-40B4-BE49-F238E27FC236}">
                <a16:creationId xmlns:a16="http://schemas.microsoft.com/office/drawing/2014/main" id="{7DADF17D-A066-48D4-937B-5C32F99F39FE}"/>
              </a:ext>
            </a:extLst>
          </p:cNvPr>
          <p:cNvSpPr>
            <a:spLocks xmlns:a="http://schemas.openxmlformats.org/drawingml/2006/main" noGrp="1"/>
          </p:cNvSpPr>
          <p:nvPr/>
        </p:nvSpPr>
        <p:spPr>
          <a:xfrm xmlns:a="http://schemas.openxmlformats.org/drawingml/2006/main">
            <a:off x="6991350" y="4572000"/>
            <a:ext cx="619125"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82CE226-30DA-4C51-A69E-0DAECBE58A8C}"/>
              </a:ext>
            </a:extLst>
          </p:cNvPr>
          <p:cNvSpPr>
            <a:spLocks xmlns:a="http://schemas.openxmlformats.org/drawingml/2006/main" noGrp="1"/>
          </p:cNvSpPr>
          <p:nvPr/>
        </p:nvSpPr>
        <p:spPr>
          <a:xfrm xmlns:a="http://schemas.openxmlformats.org/drawingml/2006/main">
            <a:off x="8248650" y="44386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16D52"/>
                </a:solidFill>
                <a:latin typeface="Arial"/>
                <a:ea typeface="Arial"/>
                <a:cs typeface="Arial"/>
              </a:defRPr>
            </a:defPPr>
            <a:lvl1pPr>
              <a:defRPr sz="2775" b="1">
                <a:solidFill>
                  <a:srgbClr val="416D52"/>
                </a:solidFill>
                <a:latin typeface="Arial"/>
                <a:ea typeface="Arial"/>
                <a:cs typeface="Arial"/>
              </a:defRPr>
            </a:lvl1pPr>
            <a:lvl2pPr>
              <a:defRPr sz="2775" b="1">
                <a:solidFill>
                  <a:srgbClr val="416D52"/>
                </a:solidFill>
                <a:latin typeface="Arial"/>
                <a:ea typeface="Arial"/>
                <a:cs typeface="Arial"/>
              </a:defRPr>
            </a:lvl2pPr>
            <a:lvl3pPr>
              <a:defRPr sz="2775" b="1">
                <a:solidFill>
                  <a:srgbClr val="416D52"/>
                </a:solidFill>
                <a:latin typeface="Arial"/>
                <a:ea typeface="Arial"/>
                <a:cs typeface="Arial"/>
              </a:defRPr>
            </a:lvl3pPr>
            <a:lvl4pPr>
              <a:defRPr sz="2775" b="1">
                <a:solidFill>
                  <a:srgbClr val="416D52"/>
                </a:solidFill>
                <a:latin typeface="Arial"/>
                <a:ea typeface="Arial"/>
                <a:cs typeface="Arial"/>
              </a:defRPr>
            </a:lvl4pPr>
            <a:lvl5pPr>
              <a:defRPr sz="2775" b="1">
                <a:solidFill>
                  <a:srgbClr val="416D52"/>
                </a:solidFill>
                <a:latin typeface="Arial"/>
                <a:ea typeface="Arial"/>
                <a:cs typeface="Arial"/>
              </a:defRPr>
            </a:lvl5pPr>
            <a:lvl6pPr>
              <a:defRPr sz="2775" b="1">
                <a:solidFill>
                  <a:srgbClr val="416D52"/>
                </a:solidFill>
                <a:latin typeface="Arial"/>
                <a:ea typeface="Arial"/>
                <a:cs typeface="Arial"/>
              </a:defRPr>
            </a:lvl6pPr>
            <a:lvl7pPr>
              <a:defRPr sz="2775" b="1">
                <a:solidFill>
                  <a:srgbClr val="416D52"/>
                </a:solidFill>
                <a:latin typeface="Arial"/>
                <a:ea typeface="Arial"/>
                <a:cs typeface="Arial"/>
              </a:defRPr>
            </a:lvl7pPr>
            <a:lvl8pPr>
              <a:defRPr sz="2775" b="1">
                <a:solidFill>
                  <a:srgbClr val="416D52"/>
                </a:solidFill>
                <a:latin typeface="Arial"/>
                <a:ea typeface="Arial"/>
                <a:cs typeface="Arial"/>
              </a:defRPr>
            </a:lvl8pPr>
            <a:lvl9pPr>
              <a:defRPr sz="2775" b="1">
                <a:solidFill>
                  <a:srgbClr val="416D52"/>
                </a:solidFill>
                <a:latin typeface="Arial"/>
                <a:ea typeface="Arial"/>
                <a:cs typeface="Arial"/>
              </a:defRPr>
            </a:lvl9pPr>
          </a:lstStyle>
          <a:p xmlns:a="http://schemas.openxmlformats.org/drawingml/2006/main">
            <a:pPr>
              <a:defRPr sz="2775" b="1">
                <a:solidFill>
                  <a:srgbClr val="416D52"/>
                </a:solidFill>
                <a:latin typeface="Arial"/>
                <a:ea typeface="Arial"/>
                <a:cs typeface="Arial"/>
              </a:defRPr>
            </a:pPr>
            <a:r>
              <a:rPr sz="2775" b="1">
                <a:solidFill>
                  <a:srgbClr val="416D52"/>
                </a:solidFill>
                <a:latin typeface="Arial"/>
                <a:ea typeface="Arial"/>
                <a:cs typeface="Arial"/>
              </a:rPr>
              <a:t>Decide</a:t>
            </a:r>
          </a:p>
        </p:txBody>
      </p:sp>
      <p:sp>
        <p:nvSpPr>
          <p:cNvPr id="12" name="">
            <a:extLst xmlns:a="http://schemas.openxmlformats.org/drawingml/2006/main">
              <a:ext uri="{FF2B5EF4-FFF2-40B4-BE49-F238E27FC236}">
                <a16:creationId xmlns:a16="http://schemas.microsoft.com/office/drawing/2014/main" id="{371D1619-9FEC-4825-A2A2-ABCA321DAC22}"/>
              </a:ext>
            </a:extLst>
          </p:cNvPr>
          <p:cNvSpPr>
            <a:spLocks xmlns:a="http://schemas.openxmlformats.org/drawingml/2006/main" noGrp="1"/>
          </p:cNvSpPr>
          <p:nvPr/>
        </p:nvSpPr>
        <p:spPr>
          <a:xfrm xmlns:a="http://schemas.openxmlformats.org/drawingml/2006/main">
            <a:off x="609600" y="56007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B6B60"/>
                </a:solidFill>
                <a:latin typeface="Arial"/>
                <a:ea typeface="Arial"/>
                <a:cs typeface="Arial"/>
              </a:defRPr>
            </a:defPPr>
            <a:lvl1pPr>
              <a:defRPr sz="1425" b="0">
                <a:solidFill>
                  <a:srgbClr val="5B6B60"/>
                </a:solidFill>
                <a:latin typeface="Arial"/>
                <a:ea typeface="Arial"/>
                <a:cs typeface="Arial"/>
              </a:defRPr>
            </a:lvl1pPr>
            <a:lvl2pPr>
              <a:defRPr sz="1425" b="0">
                <a:solidFill>
                  <a:srgbClr val="5B6B60"/>
                </a:solidFill>
                <a:latin typeface="Arial"/>
                <a:ea typeface="Arial"/>
                <a:cs typeface="Arial"/>
              </a:defRPr>
            </a:lvl2pPr>
            <a:lvl3pPr>
              <a:defRPr sz="1425" b="0">
                <a:solidFill>
                  <a:srgbClr val="5B6B60"/>
                </a:solidFill>
                <a:latin typeface="Arial"/>
                <a:ea typeface="Arial"/>
                <a:cs typeface="Arial"/>
              </a:defRPr>
            </a:lvl3pPr>
            <a:lvl4pPr>
              <a:defRPr sz="1425" b="0">
                <a:solidFill>
                  <a:srgbClr val="5B6B60"/>
                </a:solidFill>
                <a:latin typeface="Arial"/>
                <a:ea typeface="Arial"/>
                <a:cs typeface="Arial"/>
              </a:defRPr>
            </a:lvl4pPr>
            <a:lvl5pPr>
              <a:defRPr sz="1425" b="0">
                <a:solidFill>
                  <a:srgbClr val="5B6B60"/>
                </a:solidFill>
                <a:latin typeface="Arial"/>
                <a:ea typeface="Arial"/>
                <a:cs typeface="Arial"/>
              </a:defRPr>
            </a:lvl5pPr>
            <a:lvl6pPr>
              <a:defRPr sz="1425" b="0">
                <a:solidFill>
                  <a:srgbClr val="5B6B60"/>
                </a:solidFill>
                <a:latin typeface="Arial"/>
                <a:ea typeface="Arial"/>
                <a:cs typeface="Arial"/>
              </a:defRPr>
            </a:lvl6pPr>
            <a:lvl7pPr>
              <a:defRPr sz="1425" b="0">
                <a:solidFill>
                  <a:srgbClr val="5B6B60"/>
                </a:solidFill>
                <a:latin typeface="Arial"/>
                <a:ea typeface="Arial"/>
                <a:cs typeface="Arial"/>
              </a:defRPr>
            </a:lvl7pPr>
            <a:lvl8pPr>
              <a:defRPr sz="1425" b="0">
                <a:solidFill>
                  <a:srgbClr val="5B6B60"/>
                </a:solidFill>
                <a:latin typeface="Arial"/>
                <a:ea typeface="Arial"/>
                <a:cs typeface="Arial"/>
              </a:defRPr>
            </a:lvl8pPr>
            <a:lvl9pPr>
              <a:defRPr sz="1425" b="0">
                <a:solidFill>
                  <a:srgbClr val="5B6B60"/>
                </a:solidFill>
                <a:latin typeface="Arial"/>
                <a:ea typeface="Arial"/>
                <a:cs typeface="Arial"/>
              </a:defRPr>
            </a:lvl9pPr>
          </a:lstStyle>
          <a:p xmlns:a="http://schemas.openxmlformats.org/drawingml/2006/main">
            <a:pPr>
              <a:defRPr sz="1425" b="0">
                <a:solidFill>
                  <a:srgbClr val="5B6B60"/>
                </a:solidFill>
                <a:latin typeface="Arial"/>
                <a:ea typeface="Arial"/>
                <a:cs typeface="Arial"/>
              </a:defRPr>
            </a:pPr>
            <a:r>
              <a:rPr sz="1425" b="0">
                <a:solidFill>
                  <a:srgbClr val="5B6B60"/>
                </a:solidFill>
                <a:latin typeface="Arial"/>
                <a:ea typeface="Arial"/>
                <a:cs typeface="Arial"/>
              </a:rPr>
              <a:t>Academic prototype · Mumbai AWS deployment · 23 October 2026</a:t>
            </a:r>
          </a:p>
        </p:txBody>
      </p:sp>
    </p:spTree>
    <p:extLst>
      <p:ext uri="{BB962C8B-B14F-4D97-AF65-F5344CB8AC3E}">
        <p14:creationId xmlns:p14="http://schemas.microsoft.com/office/powerpoint/2010/main" val="327003983"/>
      </p:ext>
    </p:extLst>
  </p:cSld>
</p:sld>
</file>

<file path=ppt/slides/slide2.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3B03FE-2252-498F-937C-430AEF238B73}"/>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THE PRACTICAL PROBLEM</a:t>
            </a:r>
          </a:p>
        </p:txBody>
      </p:sp>
      <p:sp>
        <p:nvSpPr>
          <p:cNvPr id="2" name="">
            <a:extLst xmlns:a="http://schemas.openxmlformats.org/drawingml/2006/main">
              <a:ext uri="{FF2B5EF4-FFF2-40B4-BE49-F238E27FC236}">
                <a16:creationId xmlns:a16="http://schemas.microsoft.com/office/drawing/2014/main" id="{E2F05730-66EF-438A-A53A-EA469D7BD5AB}"/>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A delay creates several difficult choices.</a:t>
            </a:r>
          </a:p>
        </p:txBody>
      </p:sp>
      <p:sp>
        <p:nvSpPr>
          <p:cNvPr id="3" name="">
            <a:extLst xmlns:a="http://schemas.openxmlformats.org/drawingml/2006/main">
              <a:ext uri="{FF2B5EF4-FFF2-40B4-BE49-F238E27FC236}">
                <a16:creationId xmlns:a16="http://schemas.microsoft.com/office/drawing/2014/main" id="{5D5FAA16-93EA-457B-B41B-EEA65079D392}"/>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EA90EA-8693-4C74-BCBD-3088C627AA4F}"/>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C11167A3-A52E-4EAC-8B9D-C41E09749D05}"/>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25144DF-644A-4258-BAE2-D970707AA4C3}"/>
              </a:ext>
            </a:extLst>
          </p:cNvPr>
          <p:cNvSpPr>
            <a:spLocks xmlns:a="http://schemas.openxmlformats.org/drawingml/2006/main" noGrp="1"/>
          </p:cNvSpPr>
          <p:nvPr/>
        </p:nvSpPr>
        <p:spPr>
          <a:xfrm xmlns:a="http://schemas.openxmlformats.org/drawingml/2006/main">
            <a:off x="609600" y="2333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B06138"/>
                </a:solidFill>
                <a:latin typeface="Arial"/>
                <a:ea typeface="Arial"/>
                <a:cs typeface="Arial"/>
              </a:defRPr>
            </a:defPPr>
            <a:lvl1pPr>
              <a:defRPr sz="3750" b="1">
                <a:solidFill>
                  <a:srgbClr val="B06138"/>
                </a:solidFill>
                <a:latin typeface="Arial"/>
                <a:ea typeface="Arial"/>
                <a:cs typeface="Arial"/>
              </a:defRPr>
            </a:lvl1pPr>
            <a:lvl2pPr>
              <a:defRPr sz="3750" b="1">
                <a:solidFill>
                  <a:srgbClr val="B06138"/>
                </a:solidFill>
                <a:latin typeface="Arial"/>
                <a:ea typeface="Arial"/>
                <a:cs typeface="Arial"/>
              </a:defRPr>
            </a:lvl2pPr>
            <a:lvl3pPr>
              <a:defRPr sz="3750" b="1">
                <a:solidFill>
                  <a:srgbClr val="B06138"/>
                </a:solidFill>
                <a:latin typeface="Arial"/>
                <a:ea typeface="Arial"/>
                <a:cs typeface="Arial"/>
              </a:defRPr>
            </a:lvl3pPr>
            <a:lvl4pPr>
              <a:defRPr sz="3750" b="1">
                <a:solidFill>
                  <a:srgbClr val="B06138"/>
                </a:solidFill>
                <a:latin typeface="Arial"/>
                <a:ea typeface="Arial"/>
                <a:cs typeface="Arial"/>
              </a:defRPr>
            </a:lvl4pPr>
            <a:lvl5pPr>
              <a:defRPr sz="3750" b="1">
                <a:solidFill>
                  <a:srgbClr val="B06138"/>
                </a:solidFill>
                <a:latin typeface="Arial"/>
                <a:ea typeface="Arial"/>
                <a:cs typeface="Arial"/>
              </a:defRPr>
            </a:lvl5pPr>
            <a:lvl6pPr>
              <a:defRPr sz="3750" b="1">
                <a:solidFill>
                  <a:srgbClr val="B06138"/>
                </a:solidFill>
                <a:latin typeface="Arial"/>
                <a:ea typeface="Arial"/>
                <a:cs typeface="Arial"/>
              </a:defRPr>
            </a:lvl6pPr>
            <a:lvl7pPr>
              <a:defRPr sz="3750" b="1">
                <a:solidFill>
                  <a:srgbClr val="B06138"/>
                </a:solidFill>
                <a:latin typeface="Arial"/>
                <a:ea typeface="Arial"/>
                <a:cs typeface="Arial"/>
              </a:defRPr>
            </a:lvl7pPr>
            <a:lvl8pPr>
              <a:defRPr sz="3750" b="1">
                <a:solidFill>
                  <a:srgbClr val="B06138"/>
                </a:solidFill>
                <a:latin typeface="Arial"/>
                <a:ea typeface="Arial"/>
                <a:cs typeface="Arial"/>
              </a:defRPr>
            </a:lvl8pPr>
            <a:lvl9pPr>
              <a:defRPr sz="3750" b="1">
                <a:solidFill>
                  <a:srgbClr val="B06138"/>
                </a:solidFill>
                <a:latin typeface="Arial"/>
                <a:ea typeface="Arial"/>
                <a:cs typeface="Arial"/>
              </a:defRPr>
            </a:lvl9pPr>
          </a:lstStyle>
          <a:p xmlns:a="http://schemas.openxmlformats.org/drawingml/2006/main">
            <a:pPr>
              <a:defRPr sz="3750" b="1">
                <a:solidFill>
                  <a:srgbClr val="B06138"/>
                </a:solidFill>
                <a:latin typeface="Arial"/>
                <a:ea typeface="Arial"/>
                <a:cs typeface="Arial"/>
              </a:defRPr>
            </a:pPr>
            <a:r>
              <a:rPr sz="3750" b="1">
                <a:solidFill>
                  <a:srgbClr val="B06138"/>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4304477-2E0F-4826-84DE-7AC4DF391A2F}"/>
              </a:ext>
            </a:extLst>
          </p:cNvPr>
          <p:cNvSpPr>
            <a:spLocks xmlns:a="http://schemas.openxmlformats.org/drawingml/2006/main" noGrp="1"/>
          </p:cNvSpPr>
          <p:nvPr/>
        </p:nvSpPr>
        <p:spPr>
          <a:xfrm xmlns:a="http://schemas.openxmlformats.org/drawingml/2006/main">
            <a:off x="609600" y="32004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93F32"/>
                </a:solidFill>
                <a:latin typeface="Arial"/>
                <a:ea typeface="Arial"/>
                <a:cs typeface="Arial"/>
              </a:defRPr>
            </a:defPPr>
            <a:lvl1pPr>
              <a:defRPr sz="2175" b="1">
                <a:solidFill>
                  <a:srgbClr val="193F32"/>
                </a:solidFill>
                <a:latin typeface="Arial"/>
                <a:ea typeface="Arial"/>
                <a:cs typeface="Arial"/>
              </a:defRPr>
            </a:lvl1pPr>
            <a:lvl2pPr>
              <a:defRPr sz="2175" b="1">
                <a:solidFill>
                  <a:srgbClr val="193F32"/>
                </a:solidFill>
                <a:latin typeface="Arial"/>
                <a:ea typeface="Arial"/>
                <a:cs typeface="Arial"/>
              </a:defRPr>
            </a:lvl2pPr>
            <a:lvl3pPr>
              <a:defRPr sz="2175" b="1">
                <a:solidFill>
                  <a:srgbClr val="193F32"/>
                </a:solidFill>
                <a:latin typeface="Arial"/>
                <a:ea typeface="Arial"/>
                <a:cs typeface="Arial"/>
              </a:defRPr>
            </a:lvl3pPr>
            <a:lvl4pPr>
              <a:defRPr sz="2175" b="1">
                <a:solidFill>
                  <a:srgbClr val="193F32"/>
                </a:solidFill>
                <a:latin typeface="Arial"/>
                <a:ea typeface="Arial"/>
                <a:cs typeface="Arial"/>
              </a:defRPr>
            </a:lvl4pPr>
            <a:lvl5pPr>
              <a:defRPr sz="2175" b="1">
                <a:solidFill>
                  <a:srgbClr val="193F32"/>
                </a:solidFill>
                <a:latin typeface="Arial"/>
                <a:ea typeface="Arial"/>
                <a:cs typeface="Arial"/>
              </a:defRPr>
            </a:lvl5pPr>
            <a:lvl6pPr>
              <a:defRPr sz="2175" b="1">
                <a:solidFill>
                  <a:srgbClr val="193F32"/>
                </a:solidFill>
                <a:latin typeface="Arial"/>
                <a:ea typeface="Arial"/>
                <a:cs typeface="Arial"/>
              </a:defRPr>
            </a:lvl6pPr>
            <a:lvl7pPr>
              <a:defRPr sz="2175" b="1">
                <a:solidFill>
                  <a:srgbClr val="193F32"/>
                </a:solidFill>
                <a:latin typeface="Arial"/>
                <a:ea typeface="Arial"/>
                <a:cs typeface="Arial"/>
              </a:defRPr>
            </a:lvl7pPr>
            <a:lvl8pPr>
              <a:defRPr sz="2175" b="1">
                <a:solidFill>
                  <a:srgbClr val="193F32"/>
                </a:solidFill>
                <a:latin typeface="Arial"/>
                <a:ea typeface="Arial"/>
                <a:cs typeface="Arial"/>
              </a:defRPr>
            </a:lvl8pPr>
            <a:lvl9pPr>
              <a:defRPr sz="2175" b="1">
                <a:solidFill>
                  <a:srgbClr val="193F32"/>
                </a:solidFill>
                <a:latin typeface="Arial"/>
                <a:ea typeface="Arial"/>
                <a:cs typeface="Arial"/>
              </a:defRPr>
            </a:lvl9pPr>
          </a:lstStyle>
          <a:p xmlns:a="http://schemas.openxmlformats.org/drawingml/2006/main">
            <a:pPr>
              <a:defRPr sz="2175" b="1">
                <a:solidFill>
                  <a:srgbClr val="193F32"/>
                </a:solidFill>
                <a:latin typeface="Arial"/>
                <a:ea typeface="Arial"/>
                <a:cs typeface="Arial"/>
              </a:defRPr>
            </a:pPr>
            <a:r>
              <a:rPr sz="2175" b="1">
                <a:solidFill>
                  <a:srgbClr val="193F32"/>
                </a:solidFill>
                <a:latin typeface="Arial"/>
                <a:ea typeface="Arial"/>
                <a:cs typeface="Arial"/>
              </a:rPr>
              <a:t>Continue the route</a:t>
            </a:r>
          </a:p>
        </p:txBody>
      </p:sp>
      <p:sp>
        <p:nvSpPr>
          <p:cNvPr id="8" name="">
            <a:extLst xmlns:a="http://schemas.openxmlformats.org/drawingml/2006/main">
              <a:ext uri="{FF2B5EF4-FFF2-40B4-BE49-F238E27FC236}">
                <a16:creationId xmlns:a16="http://schemas.microsoft.com/office/drawing/2014/main" id="{A91F73C0-6681-459B-9DDE-EF8B5E1F9A3B}"/>
              </a:ext>
            </a:extLst>
          </p:cNvPr>
          <p:cNvSpPr>
            <a:spLocks xmlns:a="http://schemas.openxmlformats.org/drawingml/2006/main" noGrp="1"/>
          </p:cNvSpPr>
          <p:nvPr/>
        </p:nvSpPr>
        <p:spPr>
          <a:xfrm xmlns:a="http://schemas.openxmlformats.org/drawingml/2006/main">
            <a:off x="4324350" y="2333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B06138"/>
                </a:solidFill>
                <a:latin typeface="Arial"/>
                <a:ea typeface="Arial"/>
                <a:cs typeface="Arial"/>
              </a:defRPr>
            </a:defPPr>
            <a:lvl1pPr>
              <a:defRPr sz="3750" b="1">
                <a:solidFill>
                  <a:srgbClr val="B06138"/>
                </a:solidFill>
                <a:latin typeface="Arial"/>
                <a:ea typeface="Arial"/>
                <a:cs typeface="Arial"/>
              </a:defRPr>
            </a:lvl1pPr>
            <a:lvl2pPr>
              <a:defRPr sz="3750" b="1">
                <a:solidFill>
                  <a:srgbClr val="B06138"/>
                </a:solidFill>
                <a:latin typeface="Arial"/>
                <a:ea typeface="Arial"/>
                <a:cs typeface="Arial"/>
              </a:defRPr>
            </a:lvl2pPr>
            <a:lvl3pPr>
              <a:defRPr sz="3750" b="1">
                <a:solidFill>
                  <a:srgbClr val="B06138"/>
                </a:solidFill>
                <a:latin typeface="Arial"/>
                <a:ea typeface="Arial"/>
                <a:cs typeface="Arial"/>
              </a:defRPr>
            </a:lvl3pPr>
            <a:lvl4pPr>
              <a:defRPr sz="3750" b="1">
                <a:solidFill>
                  <a:srgbClr val="B06138"/>
                </a:solidFill>
                <a:latin typeface="Arial"/>
                <a:ea typeface="Arial"/>
                <a:cs typeface="Arial"/>
              </a:defRPr>
            </a:lvl4pPr>
            <a:lvl5pPr>
              <a:defRPr sz="3750" b="1">
                <a:solidFill>
                  <a:srgbClr val="B06138"/>
                </a:solidFill>
                <a:latin typeface="Arial"/>
                <a:ea typeface="Arial"/>
                <a:cs typeface="Arial"/>
              </a:defRPr>
            </a:lvl5pPr>
            <a:lvl6pPr>
              <a:defRPr sz="3750" b="1">
                <a:solidFill>
                  <a:srgbClr val="B06138"/>
                </a:solidFill>
                <a:latin typeface="Arial"/>
                <a:ea typeface="Arial"/>
                <a:cs typeface="Arial"/>
              </a:defRPr>
            </a:lvl6pPr>
            <a:lvl7pPr>
              <a:defRPr sz="3750" b="1">
                <a:solidFill>
                  <a:srgbClr val="B06138"/>
                </a:solidFill>
                <a:latin typeface="Arial"/>
                <a:ea typeface="Arial"/>
                <a:cs typeface="Arial"/>
              </a:defRPr>
            </a:lvl7pPr>
            <a:lvl8pPr>
              <a:defRPr sz="3750" b="1">
                <a:solidFill>
                  <a:srgbClr val="B06138"/>
                </a:solidFill>
                <a:latin typeface="Arial"/>
                <a:ea typeface="Arial"/>
                <a:cs typeface="Arial"/>
              </a:defRPr>
            </a:lvl8pPr>
            <a:lvl9pPr>
              <a:defRPr sz="3750" b="1">
                <a:solidFill>
                  <a:srgbClr val="B06138"/>
                </a:solidFill>
                <a:latin typeface="Arial"/>
                <a:ea typeface="Arial"/>
                <a:cs typeface="Arial"/>
              </a:defRPr>
            </a:lvl9pPr>
          </a:lstStyle>
          <a:p xmlns:a="http://schemas.openxmlformats.org/drawingml/2006/main">
            <a:pPr>
              <a:defRPr sz="3750" b="1">
                <a:solidFill>
                  <a:srgbClr val="B06138"/>
                </a:solidFill>
                <a:latin typeface="Arial"/>
                <a:ea typeface="Arial"/>
                <a:cs typeface="Arial"/>
              </a:defRPr>
            </a:pPr>
            <a:r>
              <a:rPr sz="3750" b="1">
                <a:solidFill>
                  <a:srgbClr val="B0613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4161A1A-73A0-48AD-AB95-360FE3C26FF5}"/>
              </a:ext>
            </a:extLst>
          </p:cNvPr>
          <p:cNvSpPr>
            <a:spLocks xmlns:a="http://schemas.openxmlformats.org/drawingml/2006/main" noGrp="1"/>
          </p:cNvSpPr>
          <p:nvPr/>
        </p:nvSpPr>
        <p:spPr>
          <a:xfrm xmlns:a="http://schemas.openxmlformats.org/drawingml/2006/main">
            <a:off x="4324350" y="32004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93F32"/>
                </a:solidFill>
                <a:latin typeface="Arial"/>
                <a:ea typeface="Arial"/>
                <a:cs typeface="Arial"/>
              </a:defRPr>
            </a:defPPr>
            <a:lvl1pPr>
              <a:defRPr sz="2175" b="1">
                <a:solidFill>
                  <a:srgbClr val="193F32"/>
                </a:solidFill>
                <a:latin typeface="Arial"/>
                <a:ea typeface="Arial"/>
                <a:cs typeface="Arial"/>
              </a:defRPr>
            </a:lvl1pPr>
            <a:lvl2pPr>
              <a:defRPr sz="2175" b="1">
                <a:solidFill>
                  <a:srgbClr val="193F32"/>
                </a:solidFill>
                <a:latin typeface="Arial"/>
                <a:ea typeface="Arial"/>
                <a:cs typeface="Arial"/>
              </a:defRPr>
            </a:lvl2pPr>
            <a:lvl3pPr>
              <a:defRPr sz="2175" b="1">
                <a:solidFill>
                  <a:srgbClr val="193F32"/>
                </a:solidFill>
                <a:latin typeface="Arial"/>
                <a:ea typeface="Arial"/>
                <a:cs typeface="Arial"/>
              </a:defRPr>
            </a:lvl3pPr>
            <a:lvl4pPr>
              <a:defRPr sz="2175" b="1">
                <a:solidFill>
                  <a:srgbClr val="193F32"/>
                </a:solidFill>
                <a:latin typeface="Arial"/>
                <a:ea typeface="Arial"/>
                <a:cs typeface="Arial"/>
              </a:defRPr>
            </a:lvl4pPr>
            <a:lvl5pPr>
              <a:defRPr sz="2175" b="1">
                <a:solidFill>
                  <a:srgbClr val="193F32"/>
                </a:solidFill>
                <a:latin typeface="Arial"/>
                <a:ea typeface="Arial"/>
                <a:cs typeface="Arial"/>
              </a:defRPr>
            </a:lvl5pPr>
            <a:lvl6pPr>
              <a:defRPr sz="2175" b="1">
                <a:solidFill>
                  <a:srgbClr val="193F32"/>
                </a:solidFill>
                <a:latin typeface="Arial"/>
                <a:ea typeface="Arial"/>
                <a:cs typeface="Arial"/>
              </a:defRPr>
            </a:lvl6pPr>
            <a:lvl7pPr>
              <a:defRPr sz="2175" b="1">
                <a:solidFill>
                  <a:srgbClr val="193F32"/>
                </a:solidFill>
                <a:latin typeface="Arial"/>
                <a:ea typeface="Arial"/>
                <a:cs typeface="Arial"/>
              </a:defRPr>
            </a:lvl7pPr>
            <a:lvl8pPr>
              <a:defRPr sz="2175" b="1">
                <a:solidFill>
                  <a:srgbClr val="193F32"/>
                </a:solidFill>
                <a:latin typeface="Arial"/>
                <a:ea typeface="Arial"/>
                <a:cs typeface="Arial"/>
              </a:defRPr>
            </a:lvl8pPr>
            <a:lvl9pPr>
              <a:defRPr sz="2175" b="1">
                <a:solidFill>
                  <a:srgbClr val="193F32"/>
                </a:solidFill>
                <a:latin typeface="Arial"/>
                <a:ea typeface="Arial"/>
                <a:cs typeface="Arial"/>
              </a:defRPr>
            </a:lvl9pPr>
          </a:lstStyle>
          <a:p xmlns:a="http://schemas.openxmlformats.org/drawingml/2006/main">
            <a:pPr>
              <a:defRPr sz="2175" b="1">
                <a:solidFill>
                  <a:srgbClr val="193F32"/>
                </a:solidFill>
                <a:latin typeface="Arial"/>
                <a:ea typeface="Arial"/>
                <a:cs typeface="Arial"/>
              </a:defRPr>
            </a:pPr>
            <a:r>
              <a:rPr sz="2175" b="1">
                <a:solidFill>
                  <a:srgbClr val="193F32"/>
                </a:solidFill>
                <a:latin typeface="Arial"/>
                <a:ea typeface="Arial"/>
                <a:cs typeface="Arial"/>
              </a:rPr>
              <a:t>Cool the shipment</a:t>
            </a:r>
          </a:p>
        </p:txBody>
      </p:sp>
      <p:sp>
        <p:nvSpPr>
          <p:cNvPr id="10" name="">
            <a:extLst xmlns:a="http://schemas.openxmlformats.org/drawingml/2006/main">
              <a:ext uri="{FF2B5EF4-FFF2-40B4-BE49-F238E27FC236}">
                <a16:creationId xmlns:a16="http://schemas.microsoft.com/office/drawing/2014/main" id="{1FE0256F-833B-4C8F-919D-368B0285F588}"/>
              </a:ext>
            </a:extLst>
          </p:cNvPr>
          <p:cNvSpPr>
            <a:spLocks xmlns:a="http://schemas.openxmlformats.org/drawingml/2006/main" noGrp="1"/>
          </p:cNvSpPr>
          <p:nvPr/>
        </p:nvSpPr>
        <p:spPr>
          <a:xfrm xmlns:a="http://schemas.openxmlformats.org/drawingml/2006/main">
            <a:off x="8039100" y="2333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B06138"/>
                </a:solidFill>
                <a:latin typeface="Arial"/>
                <a:ea typeface="Arial"/>
                <a:cs typeface="Arial"/>
              </a:defRPr>
            </a:defPPr>
            <a:lvl1pPr>
              <a:defRPr sz="3750" b="1">
                <a:solidFill>
                  <a:srgbClr val="B06138"/>
                </a:solidFill>
                <a:latin typeface="Arial"/>
                <a:ea typeface="Arial"/>
                <a:cs typeface="Arial"/>
              </a:defRPr>
            </a:lvl1pPr>
            <a:lvl2pPr>
              <a:defRPr sz="3750" b="1">
                <a:solidFill>
                  <a:srgbClr val="B06138"/>
                </a:solidFill>
                <a:latin typeface="Arial"/>
                <a:ea typeface="Arial"/>
                <a:cs typeface="Arial"/>
              </a:defRPr>
            </a:lvl2pPr>
            <a:lvl3pPr>
              <a:defRPr sz="3750" b="1">
                <a:solidFill>
                  <a:srgbClr val="B06138"/>
                </a:solidFill>
                <a:latin typeface="Arial"/>
                <a:ea typeface="Arial"/>
                <a:cs typeface="Arial"/>
              </a:defRPr>
            </a:lvl3pPr>
            <a:lvl4pPr>
              <a:defRPr sz="3750" b="1">
                <a:solidFill>
                  <a:srgbClr val="B06138"/>
                </a:solidFill>
                <a:latin typeface="Arial"/>
                <a:ea typeface="Arial"/>
                <a:cs typeface="Arial"/>
              </a:defRPr>
            </a:lvl4pPr>
            <a:lvl5pPr>
              <a:defRPr sz="3750" b="1">
                <a:solidFill>
                  <a:srgbClr val="B06138"/>
                </a:solidFill>
                <a:latin typeface="Arial"/>
                <a:ea typeface="Arial"/>
                <a:cs typeface="Arial"/>
              </a:defRPr>
            </a:lvl5pPr>
            <a:lvl6pPr>
              <a:defRPr sz="3750" b="1">
                <a:solidFill>
                  <a:srgbClr val="B06138"/>
                </a:solidFill>
                <a:latin typeface="Arial"/>
                <a:ea typeface="Arial"/>
                <a:cs typeface="Arial"/>
              </a:defRPr>
            </a:lvl6pPr>
            <a:lvl7pPr>
              <a:defRPr sz="3750" b="1">
                <a:solidFill>
                  <a:srgbClr val="B06138"/>
                </a:solidFill>
                <a:latin typeface="Arial"/>
                <a:ea typeface="Arial"/>
                <a:cs typeface="Arial"/>
              </a:defRPr>
            </a:lvl7pPr>
            <a:lvl8pPr>
              <a:defRPr sz="3750" b="1">
                <a:solidFill>
                  <a:srgbClr val="B06138"/>
                </a:solidFill>
                <a:latin typeface="Arial"/>
                <a:ea typeface="Arial"/>
                <a:cs typeface="Arial"/>
              </a:defRPr>
            </a:lvl8pPr>
            <a:lvl9pPr>
              <a:defRPr sz="3750" b="1">
                <a:solidFill>
                  <a:srgbClr val="B06138"/>
                </a:solidFill>
                <a:latin typeface="Arial"/>
                <a:ea typeface="Arial"/>
                <a:cs typeface="Arial"/>
              </a:defRPr>
            </a:lvl9pPr>
          </a:lstStyle>
          <a:p xmlns:a="http://schemas.openxmlformats.org/drawingml/2006/main">
            <a:pPr>
              <a:defRPr sz="3750" b="1">
                <a:solidFill>
                  <a:srgbClr val="B06138"/>
                </a:solidFill>
                <a:latin typeface="Arial"/>
                <a:ea typeface="Arial"/>
                <a:cs typeface="Arial"/>
              </a:defRPr>
            </a:pPr>
            <a:r>
              <a:rPr sz="3750" b="1">
                <a:solidFill>
                  <a:srgbClr val="B0613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1DC0B5C-C0CD-4D15-AEF3-1AC2133A86B7}"/>
              </a:ext>
            </a:extLst>
          </p:cNvPr>
          <p:cNvSpPr>
            <a:spLocks xmlns:a="http://schemas.openxmlformats.org/drawingml/2006/main" noGrp="1"/>
          </p:cNvSpPr>
          <p:nvPr/>
        </p:nvSpPr>
        <p:spPr>
          <a:xfrm xmlns:a="http://schemas.openxmlformats.org/drawingml/2006/main">
            <a:off x="8039100" y="32004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93F32"/>
                </a:solidFill>
                <a:latin typeface="Arial"/>
                <a:ea typeface="Arial"/>
                <a:cs typeface="Arial"/>
              </a:defRPr>
            </a:defPPr>
            <a:lvl1pPr>
              <a:defRPr sz="2175" b="1">
                <a:solidFill>
                  <a:srgbClr val="193F32"/>
                </a:solidFill>
                <a:latin typeface="Arial"/>
                <a:ea typeface="Arial"/>
                <a:cs typeface="Arial"/>
              </a:defRPr>
            </a:lvl1pPr>
            <a:lvl2pPr>
              <a:defRPr sz="2175" b="1">
                <a:solidFill>
                  <a:srgbClr val="193F32"/>
                </a:solidFill>
                <a:latin typeface="Arial"/>
                <a:ea typeface="Arial"/>
                <a:cs typeface="Arial"/>
              </a:defRPr>
            </a:lvl2pPr>
            <a:lvl3pPr>
              <a:defRPr sz="2175" b="1">
                <a:solidFill>
                  <a:srgbClr val="193F32"/>
                </a:solidFill>
                <a:latin typeface="Arial"/>
                <a:ea typeface="Arial"/>
                <a:cs typeface="Arial"/>
              </a:defRPr>
            </a:lvl3pPr>
            <a:lvl4pPr>
              <a:defRPr sz="2175" b="1">
                <a:solidFill>
                  <a:srgbClr val="193F32"/>
                </a:solidFill>
                <a:latin typeface="Arial"/>
                <a:ea typeface="Arial"/>
                <a:cs typeface="Arial"/>
              </a:defRPr>
            </a:lvl4pPr>
            <a:lvl5pPr>
              <a:defRPr sz="2175" b="1">
                <a:solidFill>
                  <a:srgbClr val="193F32"/>
                </a:solidFill>
                <a:latin typeface="Arial"/>
                <a:ea typeface="Arial"/>
                <a:cs typeface="Arial"/>
              </a:defRPr>
            </a:lvl5pPr>
            <a:lvl6pPr>
              <a:defRPr sz="2175" b="1">
                <a:solidFill>
                  <a:srgbClr val="193F32"/>
                </a:solidFill>
                <a:latin typeface="Arial"/>
                <a:ea typeface="Arial"/>
                <a:cs typeface="Arial"/>
              </a:defRPr>
            </a:lvl6pPr>
            <a:lvl7pPr>
              <a:defRPr sz="2175" b="1">
                <a:solidFill>
                  <a:srgbClr val="193F32"/>
                </a:solidFill>
                <a:latin typeface="Arial"/>
                <a:ea typeface="Arial"/>
                <a:cs typeface="Arial"/>
              </a:defRPr>
            </a:lvl7pPr>
            <a:lvl8pPr>
              <a:defRPr sz="2175" b="1">
                <a:solidFill>
                  <a:srgbClr val="193F32"/>
                </a:solidFill>
                <a:latin typeface="Arial"/>
                <a:ea typeface="Arial"/>
                <a:cs typeface="Arial"/>
              </a:defRPr>
            </a:lvl8pPr>
            <a:lvl9pPr>
              <a:defRPr sz="2175" b="1">
                <a:solidFill>
                  <a:srgbClr val="193F32"/>
                </a:solidFill>
                <a:latin typeface="Arial"/>
                <a:ea typeface="Arial"/>
                <a:cs typeface="Arial"/>
              </a:defRPr>
            </a:lvl9pPr>
          </a:lstStyle>
          <a:p xmlns:a="http://schemas.openxmlformats.org/drawingml/2006/main">
            <a:pPr>
              <a:defRPr sz="2175" b="1">
                <a:solidFill>
                  <a:srgbClr val="193F32"/>
                </a:solidFill>
                <a:latin typeface="Arial"/>
                <a:ea typeface="Arial"/>
                <a:cs typeface="Arial"/>
              </a:defRPr>
            </a:pPr>
            <a:r>
              <a:rPr sz="2175" b="1">
                <a:solidFill>
                  <a:srgbClr val="193F32"/>
                </a:solidFill>
                <a:latin typeface="Arial"/>
                <a:ea typeface="Arial"/>
                <a:cs typeface="Arial"/>
              </a:rPr>
              <a:t>Reroute to a receiver</a:t>
            </a:r>
          </a:p>
        </p:txBody>
      </p:sp>
      <p:sp>
        <p:nvSpPr>
          <p:cNvPr id="12" name="">
            <a:extLst xmlns:a="http://schemas.openxmlformats.org/drawingml/2006/main">
              <a:ext uri="{FF2B5EF4-FFF2-40B4-BE49-F238E27FC236}">
                <a16:creationId xmlns:a16="http://schemas.microsoft.com/office/drawing/2014/main" id="{0C88F67C-F5B2-4552-BD92-82A46BC1A982}"/>
              </a:ext>
            </a:extLst>
          </p:cNvPr>
          <p:cNvSpPr>
            <a:spLocks xmlns:a="http://schemas.openxmlformats.org/drawingml/2006/main" noGrp="1"/>
          </p:cNvSpPr>
          <p:nvPr/>
        </p:nvSpPr>
        <p:spPr>
          <a:xfrm xmlns:a="http://schemas.openxmlformats.org/drawingml/2006/main">
            <a:off x="609600" y="4714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F32"/>
                </a:solidFill>
                <a:latin typeface="Arial"/>
                <a:ea typeface="Arial"/>
                <a:cs typeface="Arial"/>
              </a:defRPr>
            </a:defPPr>
            <a:lvl1pPr>
              <a:defRPr sz="2325" b="0">
                <a:solidFill>
                  <a:srgbClr val="193F32"/>
                </a:solidFill>
                <a:latin typeface="Arial"/>
                <a:ea typeface="Arial"/>
                <a:cs typeface="Arial"/>
              </a:defRPr>
            </a:lvl1pPr>
            <a:lvl2pPr>
              <a:defRPr sz="2325" b="0">
                <a:solidFill>
                  <a:srgbClr val="193F32"/>
                </a:solidFill>
                <a:latin typeface="Arial"/>
                <a:ea typeface="Arial"/>
                <a:cs typeface="Arial"/>
              </a:defRPr>
            </a:lvl2pPr>
            <a:lvl3pPr>
              <a:defRPr sz="2325" b="0">
                <a:solidFill>
                  <a:srgbClr val="193F32"/>
                </a:solidFill>
                <a:latin typeface="Arial"/>
                <a:ea typeface="Arial"/>
                <a:cs typeface="Arial"/>
              </a:defRPr>
            </a:lvl3pPr>
            <a:lvl4pPr>
              <a:defRPr sz="2325" b="0">
                <a:solidFill>
                  <a:srgbClr val="193F32"/>
                </a:solidFill>
                <a:latin typeface="Arial"/>
                <a:ea typeface="Arial"/>
                <a:cs typeface="Arial"/>
              </a:defRPr>
            </a:lvl4pPr>
            <a:lvl5pPr>
              <a:defRPr sz="2325" b="0">
                <a:solidFill>
                  <a:srgbClr val="193F32"/>
                </a:solidFill>
                <a:latin typeface="Arial"/>
                <a:ea typeface="Arial"/>
                <a:cs typeface="Arial"/>
              </a:defRPr>
            </a:lvl5pPr>
            <a:lvl6pPr>
              <a:defRPr sz="2325" b="0">
                <a:solidFill>
                  <a:srgbClr val="193F32"/>
                </a:solidFill>
                <a:latin typeface="Arial"/>
                <a:ea typeface="Arial"/>
                <a:cs typeface="Arial"/>
              </a:defRPr>
            </a:lvl6pPr>
            <a:lvl7pPr>
              <a:defRPr sz="2325" b="0">
                <a:solidFill>
                  <a:srgbClr val="193F32"/>
                </a:solidFill>
                <a:latin typeface="Arial"/>
                <a:ea typeface="Arial"/>
                <a:cs typeface="Arial"/>
              </a:defRPr>
            </a:lvl7pPr>
            <a:lvl8pPr>
              <a:defRPr sz="2325" b="0">
                <a:solidFill>
                  <a:srgbClr val="193F32"/>
                </a:solidFill>
                <a:latin typeface="Arial"/>
                <a:ea typeface="Arial"/>
                <a:cs typeface="Arial"/>
              </a:defRPr>
            </a:lvl8pPr>
            <a:lvl9pPr>
              <a:defRPr sz="2325" b="0">
                <a:solidFill>
                  <a:srgbClr val="193F32"/>
                </a:solidFill>
                <a:latin typeface="Arial"/>
                <a:ea typeface="Arial"/>
                <a:cs typeface="Arial"/>
              </a:defRPr>
            </a:lvl9pPr>
          </a:lstStyle>
          <a:p xmlns:a="http://schemas.openxmlformats.org/drawingml/2006/main">
            <a:pPr>
              <a:defRPr sz="2325" b="0">
                <a:solidFill>
                  <a:srgbClr val="193F32"/>
                </a:solidFill>
                <a:latin typeface="Arial"/>
                <a:ea typeface="Arial"/>
                <a:cs typeface="Arial"/>
              </a:defRPr>
            </a:pPr>
            <a:r>
              <a:rPr sz="2325" b="0">
                <a:solidFill>
                  <a:srgbClr val="193F32"/>
                </a:solidFill>
                <a:latin typeface="Arial"/>
                <a:ea typeface="Arial"/>
                <a:cs typeface="Arial"/>
              </a:rPr>
              <a:t>Compare quality, quantity at risk, cost, receiving hours and available capacity.</a:t>
            </a:r>
          </a:p>
        </p:txBody>
      </p:sp>
    </p:spTree>
    <p:extLst>
      <p:ext uri="{BB962C8B-B14F-4D97-AF65-F5344CB8AC3E}">
        <p14:creationId xmlns:p14="http://schemas.microsoft.com/office/powerpoint/2010/main" val="1995448827"/>
      </p:ext>
    </p:extLst>
  </p:cSld>
</p:sld>
</file>

<file path=ppt/slides/slide3.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A0A8F5-6E30-4E7A-96D6-D3FCD7B85834}"/>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REPRODUCIBLE SEEDED INCIDENT</a:t>
            </a:r>
          </a:p>
        </p:txBody>
      </p:sp>
      <p:sp>
        <p:nvSpPr>
          <p:cNvPr id="2" name="">
            <a:extLst xmlns:a="http://schemas.openxmlformats.org/drawingml/2006/main">
              <a:ext uri="{FF2B5EF4-FFF2-40B4-BE49-F238E27FC236}">
                <a16:creationId xmlns:a16="http://schemas.microsoft.com/office/drawing/2014/main" id="{5CDD3AF2-F6F6-4B26-8D24-03EBCA37A312}"/>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500 kg of tomatoes. One entered delay.</a:t>
            </a:r>
          </a:p>
        </p:txBody>
      </p:sp>
      <p:sp>
        <p:nvSpPr>
          <p:cNvPr id="3" name="">
            <a:extLst xmlns:a="http://schemas.openxmlformats.org/drawingml/2006/main">
              <a:ext uri="{FF2B5EF4-FFF2-40B4-BE49-F238E27FC236}">
                <a16:creationId xmlns:a16="http://schemas.microsoft.com/office/drawing/2014/main" id="{29B3AA0F-9FFD-47DC-B3A6-3B63644A5062}"/>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08E452-2408-4615-A420-58567407D2CC}"/>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F8C0D957-C41F-41AB-8FDF-1FEAE7A956CF}"/>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9CE8BB8E-287E-412B-AE32-2B2673199874}"/>
              </a:ext>
            </a:extLst>
          </p:cNvPr>
          <p:cNvSpPr>
            <a:spLocks xmlns:a="http://schemas.openxmlformats.org/drawingml/2006/main" noGrp="1"/>
          </p:cNvSpPr>
          <p:nvPr/>
        </p:nvSpPr>
        <p:spPr>
          <a:xfrm xmlns:a="http://schemas.openxmlformats.org/drawingml/2006/main">
            <a:off x="609600" y="2476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416D52"/>
                </a:solidFill>
                <a:latin typeface="Arial"/>
                <a:ea typeface="Arial"/>
                <a:cs typeface="Arial"/>
              </a:defRPr>
            </a:defPPr>
            <a:lvl1pPr>
              <a:defRPr sz="3675" b="1">
                <a:solidFill>
                  <a:srgbClr val="416D52"/>
                </a:solidFill>
                <a:latin typeface="Arial"/>
                <a:ea typeface="Arial"/>
                <a:cs typeface="Arial"/>
              </a:defRPr>
            </a:lvl1pPr>
            <a:lvl2pPr>
              <a:defRPr sz="3675" b="1">
                <a:solidFill>
                  <a:srgbClr val="416D52"/>
                </a:solidFill>
                <a:latin typeface="Arial"/>
                <a:ea typeface="Arial"/>
                <a:cs typeface="Arial"/>
              </a:defRPr>
            </a:lvl2pPr>
            <a:lvl3pPr>
              <a:defRPr sz="3675" b="1">
                <a:solidFill>
                  <a:srgbClr val="416D52"/>
                </a:solidFill>
                <a:latin typeface="Arial"/>
                <a:ea typeface="Arial"/>
                <a:cs typeface="Arial"/>
              </a:defRPr>
            </a:lvl3pPr>
            <a:lvl4pPr>
              <a:defRPr sz="3675" b="1">
                <a:solidFill>
                  <a:srgbClr val="416D52"/>
                </a:solidFill>
                <a:latin typeface="Arial"/>
                <a:ea typeface="Arial"/>
                <a:cs typeface="Arial"/>
              </a:defRPr>
            </a:lvl4pPr>
            <a:lvl5pPr>
              <a:defRPr sz="3675" b="1">
                <a:solidFill>
                  <a:srgbClr val="416D52"/>
                </a:solidFill>
                <a:latin typeface="Arial"/>
                <a:ea typeface="Arial"/>
                <a:cs typeface="Arial"/>
              </a:defRPr>
            </a:lvl5pPr>
            <a:lvl6pPr>
              <a:defRPr sz="3675" b="1">
                <a:solidFill>
                  <a:srgbClr val="416D52"/>
                </a:solidFill>
                <a:latin typeface="Arial"/>
                <a:ea typeface="Arial"/>
                <a:cs typeface="Arial"/>
              </a:defRPr>
            </a:lvl6pPr>
            <a:lvl7pPr>
              <a:defRPr sz="3675" b="1">
                <a:solidFill>
                  <a:srgbClr val="416D52"/>
                </a:solidFill>
                <a:latin typeface="Arial"/>
                <a:ea typeface="Arial"/>
                <a:cs typeface="Arial"/>
              </a:defRPr>
            </a:lvl7pPr>
            <a:lvl8pPr>
              <a:defRPr sz="3675" b="1">
                <a:solidFill>
                  <a:srgbClr val="416D52"/>
                </a:solidFill>
                <a:latin typeface="Arial"/>
                <a:ea typeface="Arial"/>
                <a:cs typeface="Arial"/>
              </a:defRPr>
            </a:lvl8pPr>
            <a:lvl9pPr>
              <a:defRPr sz="3675" b="1">
                <a:solidFill>
                  <a:srgbClr val="416D52"/>
                </a:solidFill>
                <a:latin typeface="Arial"/>
                <a:ea typeface="Arial"/>
                <a:cs typeface="Arial"/>
              </a:defRPr>
            </a:lvl9pPr>
          </a:lstStyle>
          <a:p xmlns:a="http://schemas.openxmlformats.org/drawingml/2006/main">
            <a:pPr>
              <a:defRPr sz="3675" b="1">
                <a:solidFill>
                  <a:srgbClr val="416D52"/>
                </a:solidFill>
                <a:latin typeface="Arial"/>
                <a:ea typeface="Arial"/>
                <a:cs typeface="Arial"/>
              </a:defRPr>
            </a:pPr>
            <a:r>
              <a:rPr sz="3675" b="1">
                <a:solidFill>
                  <a:srgbClr val="416D52"/>
                </a:solidFill>
                <a:latin typeface="Arial"/>
                <a:ea typeface="Arial"/>
                <a:cs typeface="Arial"/>
              </a:rPr>
              <a:t>500 kg</a:t>
            </a:r>
          </a:p>
        </p:txBody>
      </p:sp>
      <p:sp>
        <p:nvSpPr>
          <p:cNvPr id="7" name="">
            <a:extLst xmlns:a="http://schemas.openxmlformats.org/drawingml/2006/main">
              <a:ext uri="{FF2B5EF4-FFF2-40B4-BE49-F238E27FC236}">
                <a16:creationId xmlns:a16="http://schemas.microsoft.com/office/drawing/2014/main" id="{7D27B413-F14B-4FBB-88A4-A91EF10375B8}"/>
              </a:ext>
            </a:extLst>
          </p:cNvPr>
          <p:cNvSpPr>
            <a:spLocks xmlns:a="http://schemas.openxmlformats.org/drawingml/2006/main" noGrp="1"/>
          </p:cNvSpPr>
          <p:nvPr/>
        </p:nvSpPr>
        <p:spPr>
          <a:xfrm xmlns:a="http://schemas.openxmlformats.org/drawingml/2006/main">
            <a:off x="609600" y="33718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60"/>
                </a:solidFill>
                <a:latin typeface="Arial"/>
                <a:ea typeface="Arial"/>
                <a:cs typeface="Arial"/>
              </a:defRPr>
            </a:defPPr>
            <a:lvl1pPr>
              <a:defRPr sz="1725" b="0">
                <a:solidFill>
                  <a:srgbClr val="5B6B60"/>
                </a:solidFill>
                <a:latin typeface="Arial"/>
                <a:ea typeface="Arial"/>
                <a:cs typeface="Arial"/>
              </a:defRPr>
            </a:lvl1pPr>
            <a:lvl2pPr>
              <a:defRPr sz="1725" b="0">
                <a:solidFill>
                  <a:srgbClr val="5B6B60"/>
                </a:solidFill>
                <a:latin typeface="Arial"/>
                <a:ea typeface="Arial"/>
                <a:cs typeface="Arial"/>
              </a:defRPr>
            </a:lvl2pPr>
            <a:lvl3pPr>
              <a:defRPr sz="1725" b="0">
                <a:solidFill>
                  <a:srgbClr val="5B6B60"/>
                </a:solidFill>
                <a:latin typeface="Arial"/>
                <a:ea typeface="Arial"/>
                <a:cs typeface="Arial"/>
              </a:defRPr>
            </a:lvl3pPr>
            <a:lvl4pPr>
              <a:defRPr sz="1725" b="0">
                <a:solidFill>
                  <a:srgbClr val="5B6B60"/>
                </a:solidFill>
                <a:latin typeface="Arial"/>
                <a:ea typeface="Arial"/>
                <a:cs typeface="Arial"/>
              </a:defRPr>
            </a:lvl4pPr>
            <a:lvl5pPr>
              <a:defRPr sz="1725" b="0">
                <a:solidFill>
                  <a:srgbClr val="5B6B60"/>
                </a:solidFill>
                <a:latin typeface="Arial"/>
                <a:ea typeface="Arial"/>
                <a:cs typeface="Arial"/>
              </a:defRPr>
            </a:lvl5pPr>
            <a:lvl6pPr>
              <a:defRPr sz="1725" b="0">
                <a:solidFill>
                  <a:srgbClr val="5B6B60"/>
                </a:solidFill>
                <a:latin typeface="Arial"/>
                <a:ea typeface="Arial"/>
                <a:cs typeface="Arial"/>
              </a:defRPr>
            </a:lvl6pPr>
            <a:lvl7pPr>
              <a:defRPr sz="1725" b="0">
                <a:solidFill>
                  <a:srgbClr val="5B6B60"/>
                </a:solidFill>
                <a:latin typeface="Arial"/>
                <a:ea typeface="Arial"/>
                <a:cs typeface="Arial"/>
              </a:defRPr>
            </a:lvl7pPr>
            <a:lvl8pPr>
              <a:defRPr sz="1725" b="0">
                <a:solidFill>
                  <a:srgbClr val="5B6B60"/>
                </a:solidFill>
                <a:latin typeface="Arial"/>
                <a:ea typeface="Arial"/>
                <a:cs typeface="Arial"/>
              </a:defRPr>
            </a:lvl8pPr>
            <a:lvl9pPr>
              <a:defRPr sz="1725" b="0">
                <a:solidFill>
                  <a:srgbClr val="5B6B60"/>
                </a:solidFill>
                <a:latin typeface="Arial"/>
                <a:ea typeface="Arial"/>
                <a:cs typeface="Arial"/>
              </a:defRPr>
            </a:lvl9pPr>
          </a:lstStyle>
          <a:p xmlns:a="http://schemas.openxmlformats.org/drawingml/2006/main">
            <a:pPr>
              <a:defRPr sz="1725" b="0">
                <a:solidFill>
                  <a:srgbClr val="5B6B60"/>
                </a:solidFill>
                <a:latin typeface="Arial"/>
                <a:ea typeface="Arial"/>
                <a:cs typeface="Arial"/>
              </a:defRPr>
            </a:pPr>
            <a:r>
              <a:rPr sz="1725" b="0">
                <a:solidFill>
                  <a:srgbClr val="5B6B60"/>
                </a:solidFill>
                <a:latin typeface="Arial"/>
                <a:ea typeface="Arial"/>
                <a:cs typeface="Arial"/>
              </a:rPr>
              <a:t>Shipment quantity</a:t>
            </a:r>
          </a:p>
        </p:txBody>
      </p:sp>
      <p:sp>
        <p:nvSpPr>
          <p:cNvPr id="8" name="">
            <a:extLst xmlns:a="http://schemas.openxmlformats.org/drawingml/2006/main">
              <a:ext uri="{FF2B5EF4-FFF2-40B4-BE49-F238E27FC236}">
                <a16:creationId xmlns:a16="http://schemas.microsoft.com/office/drawing/2014/main" id="{5D21B6F8-2475-4E36-86B6-FBE603F068EE}"/>
              </a:ext>
            </a:extLst>
          </p:cNvPr>
          <p:cNvSpPr>
            <a:spLocks xmlns:a="http://schemas.openxmlformats.org/drawingml/2006/main" noGrp="1"/>
          </p:cNvSpPr>
          <p:nvPr/>
        </p:nvSpPr>
        <p:spPr>
          <a:xfrm xmlns:a="http://schemas.openxmlformats.org/drawingml/2006/main">
            <a:off x="4324350" y="2476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416D52"/>
                </a:solidFill>
                <a:latin typeface="Arial"/>
                <a:ea typeface="Arial"/>
                <a:cs typeface="Arial"/>
              </a:defRPr>
            </a:defPPr>
            <a:lvl1pPr>
              <a:defRPr sz="3675" b="1">
                <a:solidFill>
                  <a:srgbClr val="416D52"/>
                </a:solidFill>
                <a:latin typeface="Arial"/>
                <a:ea typeface="Arial"/>
                <a:cs typeface="Arial"/>
              </a:defRPr>
            </a:lvl1pPr>
            <a:lvl2pPr>
              <a:defRPr sz="3675" b="1">
                <a:solidFill>
                  <a:srgbClr val="416D52"/>
                </a:solidFill>
                <a:latin typeface="Arial"/>
                <a:ea typeface="Arial"/>
                <a:cs typeface="Arial"/>
              </a:defRPr>
            </a:lvl2pPr>
            <a:lvl3pPr>
              <a:defRPr sz="3675" b="1">
                <a:solidFill>
                  <a:srgbClr val="416D52"/>
                </a:solidFill>
                <a:latin typeface="Arial"/>
                <a:ea typeface="Arial"/>
                <a:cs typeface="Arial"/>
              </a:defRPr>
            </a:lvl3pPr>
            <a:lvl4pPr>
              <a:defRPr sz="3675" b="1">
                <a:solidFill>
                  <a:srgbClr val="416D52"/>
                </a:solidFill>
                <a:latin typeface="Arial"/>
                <a:ea typeface="Arial"/>
                <a:cs typeface="Arial"/>
              </a:defRPr>
            </a:lvl4pPr>
            <a:lvl5pPr>
              <a:defRPr sz="3675" b="1">
                <a:solidFill>
                  <a:srgbClr val="416D52"/>
                </a:solidFill>
                <a:latin typeface="Arial"/>
                <a:ea typeface="Arial"/>
                <a:cs typeface="Arial"/>
              </a:defRPr>
            </a:lvl5pPr>
            <a:lvl6pPr>
              <a:defRPr sz="3675" b="1">
                <a:solidFill>
                  <a:srgbClr val="416D52"/>
                </a:solidFill>
                <a:latin typeface="Arial"/>
                <a:ea typeface="Arial"/>
                <a:cs typeface="Arial"/>
              </a:defRPr>
            </a:lvl6pPr>
            <a:lvl7pPr>
              <a:defRPr sz="3675" b="1">
                <a:solidFill>
                  <a:srgbClr val="416D52"/>
                </a:solidFill>
                <a:latin typeface="Arial"/>
                <a:ea typeface="Arial"/>
                <a:cs typeface="Arial"/>
              </a:defRPr>
            </a:lvl7pPr>
            <a:lvl8pPr>
              <a:defRPr sz="3675" b="1">
                <a:solidFill>
                  <a:srgbClr val="416D52"/>
                </a:solidFill>
                <a:latin typeface="Arial"/>
                <a:ea typeface="Arial"/>
                <a:cs typeface="Arial"/>
              </a:defRPr>
            </a:lvl8pPr>
            <a:lvl9pPr>
              <a:defRPr sz="3675" b="1">
                <a:solidFill>
                  <a:srgbClr val="416D52"/>
                </a:solidFill>
                <a:latin typeface="Arial"/>
                <a:ea typeface="Arial"/>
                <a:cs typeface="Arial"/>
              </a:defRPr>
            </a:lvl9pPr>
          </a:lstStyle>
          <a:p xmlns:a="http://schemas.openxmlformats.org/drawingml/2006/main">
            <a:pPr>
              <a:defRPr sz="3675" b="1">
                <a:solidFill>
                  <a:srgbClr val="416D52"/>
                </a:solidFill>
                <a:latin typeface="Arial"/>
                <a:ea typeface="Arial"/>
                <a:cs typeface="Arial"/>
              </a:defRPr>
            </a:pPr>
            <a:r>
              <a:rPr sz="3675" b="1">
                <a:solidFill>
                  <a:srgbClr val="416D52"/>
                </a:solidFill>
                <a:latin typeface="Arial"/>
                <a:ea typeface="Arial"/>
                <a:cs typeface="Arial"/>
              </a:rPr>
              <a:t>3 hours</a:t>
            </a:r>
          </a:p>
        </p:txBody>
      </p:sp>
      <p:sp>
        <p:nvSpPr>
          <p:cNvPr id="9" name="">
            <a:extLst xmlns:a="http://schemas.openxmlformats.org/drawingml/2006/main">
              <a:ext uri="{FF2B5EF4-FFF2-40B4-BE49-F238E27FC236}">
                <a16:creationId xmlns:a16="http://schemas.microsoft.com/office/drawing/2014/main" id="{60A2D405-95C1-4545-91E3-4664A032E0C8}"/>
              </a:ext>
            </a:extLst>
          </p:cNvPr>
          <p:cNvSpPr>
            <a:spLocks xmlns:a="http://schemas.openxmlformats.org/drawingml/2006/main" noGrp="1"/>
          </p:cNvSpPr>
          <p:nvPr/>
        </p:nvSpPr>
        <p:spPr>
          <a:xfrm xmlns:a="http://schemas.openxmlformats.org/drawingml/2006/main">
            <a:off x="4324350" y="33718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60"/>
                </a:solidFill>
                <a:latin typeface="Arial"/>
                <a:ea typeface="Arial"/>
                <a:cs typeface="Arial"/>
              </a:defRPr>
            </a:defPPr>
            <a:lvl1pPr>
              <a:defRPr sz="1725" b="0">
                <a:solidFill>
                  <a:srgbClr val="5B6B60"/>
                </a:solidFill>
                <a:latin typeface="Arial"/>
                <a:ea typeface="Arial"/>
                <a:cs typeface="Arial"/>
              </a:defRPr>
            </a:lvl1pPr>
            <a:lvl2pPr>
              <a:defRPr sz="1725" b="0">
                <a:solidFill>
                  <a:srgbClr val="5B6B60"/>
                </a:solidFill>
                <a:latin typeface="Arial"/>
                <a:ea typeface="Arial"/>
                <a:cs typeface="Arial"/>
              </a:defRPr>
            </a:lvl2pPr>
            <a:lvl3pPr>
              <a:defRPr sz="1725" b="0">
                <a:solidFill>
                  <a:srgbClr val="5B6B60"/>
                </a:solidFill>
                <a:latin typeface="Arial"/>
                <a:ea typeface="Arial"/>
                <a:cs typeface="Arial"/>
              </a:defRPr>
            </a:lvl3pPr>
            <a:lvl4pPr>
              <a:defRPr sz="1725" b="0">
                <a:solidFill>
                  <a:srgbClr val="5B6B60"/>
                </a:solidFill>
                <a:latin typeface="Arial"/>
                <a:ea typeface="Arial"/>
                <a:cs typeface="Arial"/>
              </a:defRPr>
            </a:lvl4pPr>
            <a:lvl5pPr>
              <a:defRPr sz="1725" b="0">
                <a:solidFill>
                  <a:srgbClr val="5B6B60"/>
                </a:solidFill>
                <a:latin typeface="Arial"/>
                <a:ea typeface="Arial"/>
                <a:cs typeface="Arial"/>
              </a:defRPr>
            </a:lvl5pPr>
            <a:lvl6pPr>
              <a:defRPr sz="1725" b="0">
                <a:solidFill>
                  <a:srgbClr val="5B6B60"/>
                </a:solidFill>
                <a:latin typeface="Arial"/>
                <a:ea typeface="Arial"/>
                <a:cs typeface="Arial"/>
              </a:defRPr>
            </a:lvl6pPr>
            <a:lvl7pPr>
              <a:defRPr sz="1725" b="0">
                <a:solidFill>
                  <a:srgbClr val="5B6B60"/>
                </a:solidFill>
                <a:latin typeface="Arial"/>
                <a:ea typeface="Arial"/>
                <a:cs typeface="Arial"/>
              </a:defRPr>
            </a:lvl7pPr>
            <a:lvl8pPr>
              <a:defRPr sz="1725" b="0">
                <a:solidFill>
                  <a:srgbClr val="5B6B60"/>
                </a:solidFill>
                <a:latin typeface="Arial"/>
                <a:ea typeface="Arial"/>
                <a:cs typeface="Arial"/>
              </a:defRPr>
            </a:lvl8pPr>
            <a:lvl9pPr>
              <a:defRPr sz="1725" b="0">
                <a:solidFill>
                  <a:srgbClr val="5B6B60"/>
                </a:solidFill>
                <a:latin typeface="Arial"/>
                <a:ea typeface="Arial"/>
                <a:cs typeface="Arial"/>
              </a:defRPr>
            </a:lvl9pPr>
          </a:lstStyle>
          <a:p xmlns:a="http://schemas.openxmlformats.org/drawingml/2006/main">
            <a:pPr>
              <a:defRPr sz="1725" b="0">
                <a:solidFill>
                  <a:srgbClr val="5B6B60"/>
                </a:solidFill>
                <a:latin typeface="Arial"/>
                <a:ea typeface="Arial"/>
                <a:cs typeface="Arial"/>
              </a:defRPr>
            </a:pPr>
            <a:r>
              <a:rPr sz="1725" b="0">
                <a:solidFill>
                  <a:srgbClr val="5B6B60"/>
                </a:solidFill>
                <a:latin typeface="Arial"/>
                <a:ea typeface="Arial"/>
                <a:cs typeface="Arial"/>
              </a:rPr>
              <a:t>Entered delay</a:t>
            </a:r>
          </a:p>
        </p:txBody>
      </p:sp>
      <p:sp>
        <p:nvSpPr>
          <p:cNvPr id="10" name="">
            <a:extLst xmlns:a="http://schemas.openxmlformats.org/drawingml/2006/main">
              <a:ext uri="{FF2B5EF4-FFF2-40B4-BE49-F238E27FC236}">
                <a16:creationId xmlns:a16="http://schemas.microsoft.com/office/drawing/2014/main" id="{80F4DBF4-F5B0-4674-B3CB-3ED3695B717F}"/>
              </a:ext>
            </a:extLst>
          </p:cNvPr>
          <p:cNvSpPr>
            <a:spLocks xmlns:a="http://schemas.openxmlformats.org/drawingml/2006/main" noGrp="1"/>
          </p:cNvSpPr>
          <p:nvPr/>
        </p:nvSpPr>
        <p:spPr>
          <a:xfrm xmlns:a="http://schemas.openxmlformats.org/drawingml/2006/main">
            <a:off x="8039100" y="2476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416D52"/>
                </a:solidFill>
                <a:latin typeface="Arial"/>
                <a:ea typeface="Arial"/>
                <a:cs typeface="Arial"/>
              </a:defRPr>
            </a:defPPr>
            <a:lvl1pPr>
              <a:defRPr sz="3675" b="1">
                <a:solidFill>
                  <a:srgbClr val="416D52"/>
                </a:solidFill>
                <a:latin typeface="Arial"/>
                <a:ea typeface="Arial"/>
                <a:cs typeface="Arial"/>
              </a:defRPr>
            </a:lvl1pPr>
            <a:lvl2pPr>
              <a:defRPr sz="3675" b="1">
                <a:solidFill>
                  <a:srgbClr val="416D52"/>
                </a:solidFill>
                <a:latin typeface="Arial"/>
                <a:ea typeface="Arial"/>
                <a:cs typeface="Arial"/>
              </a:defRPr>
            </a:lvl2pPr>
            <a:lvl3pPr>
              <a:defRPr sz="3675" b="1">
                <a:solidFill>
                  <a:srgbClr val="416D52"/>
                </a:solidFill>
                <a:latin typeface="Arial"/>
                <a:ea typeface="Arial"/>
                <a:cs typeface="Arial"/>
              </a:defRPr>
            </a:lvl3pPr>
            <a:lvl4pPr>
              <a:defRPr sz="3675" b="1">
                <a:solidFill>
                  <a:srgbClr val="416D52"/>
                </a:solidFill>
                <a:latin typeface="Arial"/>
                <a:ea typeface="Arial"/>
                <a:cs typeface="Arial"/>
              </a:defRPr>
            </a:lvl4pPr>
            <a:lvl5pPr>
              <a:defRPr sz="3675" b="1">
                <a:solidFill>
                  <a:srgbClr val="416D52"/>
                </a:solidFill>
                <a:latin typeface="Arial"/>
                <a:ea typeface="Arial"/>
                <a:cs typeface="Arial"/>
              </a:defRPr>
            </a:lvl5pPr>
            <a:lvl6pPr>
              <a:defRPr sz="3675" b="1">
                <a:solidFill>
                  <a:srgbClr val="416D52"/>
                </a:solidFill>
                <a:latin typeface="Arial"/>
                <a:ea typeface="Arial"/>
                <a:cs typeface="Arial"/>
              </a:defRPr>
            </a:lvl6pPr>
            <a:lvl7pPr>
              <a:defRPr sz="3675" b="1">
                <a:solidFill>
                  <a:srgbClr val="416D52"/>
                </a:solidFill>
                <a:latin typeface="Arial"/>
                <a:ea typeface="Arial"/>
                <a:cs typeface="Arial"/>
              </a:defRPr>
            </a:lvl7pPr>
            <a:lvl8pPr>
              <a:defRPr sz="3675" b="1">
                <a:solidFill>
                  <a:srgbClr val="416D52"/>
                </a:solidFill>
                <a:latin typeface="Arial"/>
                <a:ea typeface="Arial"/>
                <a:cs typeface="Arial"/>
              </a:defRPr>
            </a:lvl8pPr>
            <a:lvl9pPr>
              <a:defRPr sz="3675" b="1">
                <a:solidFill>
                  <a:srgbClr val="416D52"/>
                </a:solidFill>
                <a:latin typeface="Arial"/>
                <a:ea typeface="Arial"/>
                <a:cs typeface="Arial"/>
              </a:defRPr>
            </a:lvl9pPr>
          </a:lstStyle>
          <a:p xmlns:a="http://schemas.openxmlformats.org/drawingml/2006/main">
            <a:pPr>
              <a:defRPr sz="3675" b="1">
                <a:solidFill>
                  <a:srgbClr val="416D52"/>
                </a:solidFill>
                <a:latin typeface="Arial"/>
                <a:ea typeface="Arial"/>
                <a:cs typeface="Arial"/>
              </a:defRPr>
            </a:pPr>
            <a:r>
              <a:rPr sz="3675" b="1">
                <a:solidFill>
                  <a:srgbClr val="416D52"/>
                </a:solidFill>
                <a:latin typeface="Arial"/>
                <a:ea typeface="Arial"/>
                <a:cs typeface="Arial"/>
              </a:rPr>
              <a:t>58.3 / 100</a:t>
            </a:r>
          </a:p>
        </p:txBody>
      </p:sp>
      <p:sp>
        <p:nvSpPr>
          <p:cNvPr id="11" name="">
            <a:extLst xmlns:a="http://schemas.openxmlformats.org/drawingml/2006/main">
              <a:ext uri="{FF2B5EF4-FFF2-40B4-BE49-F238E27FC236}">
                <a16:creationId xmlns:a16="http://schemas.microsoft.com/office/drawing/2014/main" id="{A6D391C1-44D7-445A-8FFA-C27C239BDA19}"/>
              </a:ext>
            </a:extLst>
          </p:cNvPr>
          <p:cNvSpPr>
            <a:spLocks xmlns:a="http://schemas.openxmlformats.org/drawingml/2006/main" noGrp="1"/>
          </p:cNvSpPr>
          <p:nvPr/>
        </p:nvSpPr>
        <p:spPr>
          <a:xfrm xmlns:a="http://schemas.openxmlformats.org/drawingml/2006/main">
            <a:off x="8039100" y="33718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60"/>
                </a:solidFill>
                <a:latin typeface="Arial"/>
                <a:ea typeface="Arial"/>
                <a:cs typeface="Arial"/>
              </a:defRPr>
            </a:defPPr>
            <a:lvl1pPr>
              <a:defRPr sz="1725" b="0">
                <a:solidFill>
                  <a:srgbClr val="5B6B60"/>
                </a:solidFill>
                <a:latin typeface="Arial"/>
                <a:ea typeface="Arial"/>
                <a:cs typeface="Arial"/>
              </a:defRPr>
            </a:lvl1pPr>
            <a:lvl2pPr>
              <a:defRPr sz="1725" b="0">
                <a:solidFill>
                  <a:srgbClr val="5B6B60"/>
                </a:solidFill>
                <a:latin typeface="Arial"/>
                <a:ea typeface="Arial"/>
                <a:cs typeface="Arial"/>
              </a:defRPr>
            </a:lvl2pPr>
            <a:lvl3pPr>
              <a:defRPr sz="1725" b="0">
                <a:solidFill>
                  <a:srgbClr val="5B6B60"/>
                </a:solidFill>
                <a:latin typeface="Arial"/>
                <a:ea typeface="Arial"/>
                <a:cs typeface="Arial"/>
              </a:defRPr>
            </a:lvl3pPr>
            <a:lvl4pPr>
              <a:defRPr sz="1725" b="0">
                <a:solidFill>
                  <a:srgbClr val="5B6B60"/>
                </a:solidFill>
                <a:latin typeface="Arial"/>
                <a:ea typeface="Arial"/>
                <a:cs typeface="Arial"/>
              </a:defRPr>
            </a:lvl4pPr>
            <a:lvl5pPr>
              <a:defRPr sz="1725" b="0">
                <a:solidFill>
                  <a:srgbClr val="5B6B60"/>
                </a:solidFill>
                <a:latin typeface="Arial"/>
                <a:ea typeface="Arial"/>
                <a:cs typeface="Arial"/>
              </a:defRPr>
            </a:lvl5pPr>
            <a:lvl6pPr>
              <a:defRPr sz="1725" b="0">
                <a:solidFill>
                  <a:srgbClr val="5B6B60"/>
                </a:solidFill>
                <a:latin typeface="Arial"/>
                <a:ea typeface="Arial"/>
                <a:cs typeface="Arial"/>
              </a:defRPr>
            </a:lvl6pPr>
            <a:lvl7pPr>
              <a:defRPr sz="1725" b="0">
                <a:solidFill>
                  <a:srgbClr val="5B6B60"/>
                </a:solidFill>
                <a:latin typeface="Arial"/>
                <a:ea typeface="Arial"/>
                <a:cs typeface="Arial"/>
              </a:defRPr>
            </a:lvl7pPr>
            <a:lvl8pPr>
              <a:defRPr sz="1725" b="0">
                <a:solidFill>
                  <a:srgbClr val="5B6B60"/>
                </a:solidFill>
                <a:latin typeface="Arial"/>
                <a:ea typeface="Arial"/>
                <a:cs typeface="Arial"/>
              </a:defRPr>
            </a:lvl8pPr>
            <a:lvl9pPr>
              <a:defRPr sz="1725" b="0">
                <a:solidFill>
                  <a:srgbClr val="5B6B60"/>
                </a:solidFill>
                <a:latin typeface="Arial"/>
                <a:ea typeface="Arial"/>
                <a:cs typeface="Arial"/>
              </a:defRPr>
            </a:lvl9pPr>
          </a:lstStyle>
          <a:p xmlns:a="http://schemas.openxmlformats.org/drawingml/2006/main">
            <a:pPr>
              <a:defRPr sz="1725" b="0">
                <a:solidFill>
                  <a:srgbClr val="5B6B60"/>
                </a:solidFill>
                <a:latin typeface="Arial"/>
                <a:ea typeface="Arial"/>
                <a:cs typeface="Arial"/>
              </a:defRPr>
            </a:pPr>
            <a:r>
              <a:rPr sz="1725" b="0">
                <a:solidFill>
                  <a:srgbClr val="5B6B60"/>
                </a:solidFill>
                <a:latin typeface="Arial"/>
                <a:ea typeface="Arial"/>
                <a:cs typeface="Arial"/>
              </a:rPr>
              <a:t>Continuation quality</a:t>
            </a:r>
          </a:p>
        </p:txBody>
      </p:sp>
      <p:sp>
        <p:nvSpPr>
          <p:cNvPr id="12" name="">
            <a:extLst xmlns:a="http://schemas.openxmlformats.org/drawingml/2006/main">
              <a:ext uri="{FF2B5EF4-FFF2-40B4-BE49-F238E27FC236}">
                <a16:creationId xmlns:a16="http://schemas.microsoft.com/office/drawing/2014/main" id="{B4641862-3D7E-4395-A467-C34D16D13B41}"/>
              </a:ext>
            </a:extLst>
          </p:cNvPr>
          <p:cNvSpPr>
            <a:spLocks xmlns:a="http://schemas.openxmlformats.org/drawingml/2006/main" noGrp="1"/>
          </p:cNvSpPr>
          <p:nvPr/>
        </p:nvSpPr>
        <p:spPr>
          <a:xfrm xmlns:a="http://schemas.openxmlformats.org/drawingml/2006/main">
            <a:off x="609600" y="45339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93F32"/>
                </a:solidFill>
                <a:latin typeface="Arial"/>
                <a:ea typeface="Arial"/>
                <a:cs typeface="Arial"/>
              </a:defRPr>
            </a:defPPr>
            <a:lvl1pPr>
              <a:defRPr sz="2250" b="1">
                <a:solidFill>
                  <a:srgbClr val="193F32"/>
                </a:solidFill>
                <a:latin typeface="Arial"/>
                <a:ea typeface="Arial"/>
                <a:cs typeface="Arial"/>
              </a:defRPr>
            </a:lvl1pPr>
            <a:lvl2pPr>
              <a:defRPr sz="2250" b="1">
                <a:solidFill>
                  <a:srgbClr val="193F32"/>
                </a:solidFill>
                <a:latin typeface="Arial"/>
                <a:ea typeface="Arial"/>
                <a:cs typeface="Arial"/>
              </a:defRPr>
            </a:lvl2pPr>
            <a:lvl3pPr>
              <a:defRPr sz="2250" b="1">
                <a:solidFill>
                  <a:srgbClr val="193F32"/>
                </a:solidFill>
                <a:latin typeface="Arial"/>
                <a:ea typeface="Arial"/>
                <a:cs typeface="Arial"/>
              </a:defRPr>
            </a:lvl3pPr>
            <a:lvl4pPr>
              <a:defRPr sz="2250" b="1">
                <a:solidFill>
                  <a:srgbClr val="193F32"/>
                </a:solidFill>
                <a:latin typeface="Arial"/>
                <a:ea typeface="Arial"/>
                <a:cs typeface="Arial"/>
              </a:defRPr>
            </a:lvl4pPr>
            <a:lvl5pPr>
              <a:defRPr sz="2250" b="1">
                <a:solidFill>
                  <a:srgbClr val="193F32"/>
                </a:solidFill>
                <a:latin typeface="Arial"/>
                <a:ea typeface="Arial"/>
                <a:cs typeface="Arial"/>
              </a:defRPr>
            </a:lvl5pPr>
            <a:lvl6pPr>
              <a:defRPr sz="2250" b="1">
                <a:solidFill>
                  <a:srgbClr val="193F32"/>
                </a:solidFill>
                <a:latin typeface="Arial"/>
                <a:ea typeface="Arial"/>
                <a:cs typeface="Arial"/>
              </a:defRPr>
            </a:lvl6pPr>
            <a:lvl7pPr>
              <a:defRPr sz="2250" b="1">
                <a:solidFill>
                  <a:srgbClr val="193F32"/>
                </a:solidFill>
                <a:latin typeface="Arial"/>
                <a:ea typeface="Arial"/>
                <a:cs typeface="Arial"/>
              </a:defRPr>
            </a:lvl7pPr>
            <a:lvl8pPr>
              <a:defRPr sz="2250" b="1">
                <a:solidFill>
                  <a:srgbClr val="193F32"/>
                </a:solidFill>
                <a:latin typeface="Arial"/>
                <a:ea typeface="Arial"/>
                <a:cs typeface="Arial"/>
              </a:defRPr>
            </a:lvl8pPr>
            <a:lvl9pPr>
              <a:defRPr sz="2250" b="1">
                <a:solidFill>
                  <a:srgbClr val="193F32"/>
                </a:solidFill>
                <a:latin typeface="Arial"/>
                <a:ea typeface="Arial"/>
                <a:cs typeface="Arial"/>
              </a:defRPr>
            </a:lvl9pPr>
          </a:lstStyle>
          <a:p xmlns:a="http://schemas.openxmlformats.org/drawingml/2006/main">
            <a:pPr>
              <a:defRPr sz="2250" b="1">
                <a:solidFill>
                  <a:srgbClr val="193F32"/>
                </a:solidFill>
                <a:latin typeface="Arial"/>
                <a:ea typeface="Arial"/>
                <a:cs typeface="Arial"/>
              </a:defRPr>
            </a:pPr>
            <a:r>
              <a:rPr sz="2250" b="1">
                <a:solidFill>
                  <a:srgbClr val="193F32"/>
                </a:solidFill>
                <a:latin typeface="Arial"/>
                <a:ea typeface="Arial"/>
                <a:cs typeface="Arial"/>
              </a:rPr>
              <a:t>The original seed ranks Eastside receiving centre first.</a:t>
            </a:r>
          </a:p>
        </p:txBody>
      </p:sp>
      <p:sp>
        <p:nvSpPr>
          <p:cNvPr id="13" name="">
            <a:extLst xmlns:a="http://schemas.openxmlformats.org/drawingml/2006/main">
              <a:ext uri="{FF2B5EF4-FFF2-40B4-BE49-F238E27FC236}">
                <a16:creationId xmlns:a16="http://schemas.microsoft.com/office/drawing/2014/main" id="{35BAF459-93F5-48BC-B8CF-9561490D4631}"/>
              </a:ext>
            </a:extLst>
          </p:cNvPr>
          <p:cNvSpPr>
            <a:spLocks xmlns:a="http://schemas.openxmlformats.org/drawingml/2006/main" noGrp="1"/>
          </p:cNvSpPr>
          <p:nvPr/>
        </p:nvSpPr>
        <p:spPr>
          <a:xfrm xmlns:a="http://schemas.openxmlformats.org/drawingml/2006/main">
            <a:off x="609600" y="530542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B6B60"/>
                </a:solidFill>
                <a:latin typeface="Arial"/>
                <a:ea typeface="Arial"/>
                <a:cs typeface="Arial"/>
              </a:defRPr>
            </a:defPPr>
            <a:lvl1pPr>
              <a:defRPr sz="1725" b="0">
                <a:solidFill>
                  <a:srgbClr val="5B6B60"/>
                </a:solidFill>
                <a:latin typeface="Arial"/>
                <a:ea typeface="Arial"/>
                <a:cs typeface="Arial"/>
              </a:defRPr>
            </a:lvl1pPr>
            <a:lvl2pPr>
              <a:defRPr sz="1725" b="0">
                <a:solidFill>
                  <a:srgbClr val="5B6B60"/>
                </a:solidFill>
                <a:latin typeface="Arial"/>
                <a:ea typeface="Arial"/>
                <a:cs typeface="Arial"/>
              </a:defRPr>
            </a:lvl2pPr>
            <a:lvl3pPr>
              <a:defRPr sz="1725" b="0">
                <a:solidFill>
                  <a:srgbClr val="5B6B60"/>
                </a:solidFill>
                <a:latin typeface="Arial"/>
                <a:ea typeface="Arial"/>
                <a:cs typeface="Arial"/>
              </a:defRPr>
            </a:lvl3pPr>
            <a:lvl4pPr>
              <a:defRPr sz="1725" b="0">
                <a:solidFill>
                  <a:srgbClr val="5B6B60"/>
                </a:solidFill>
                <a:latin typeface="Arial"/>
                <a:ea typeface="Arial"/>
                <a:cs typeface="Arial"/>
              </a:defRPr>
            </a:lvl4pPr>
            <a:lvl5pPr>
              <a:defRPr sz="1725" b="0">
                <a:solidFill>
                  <a:srgbClr val="5B6B60"/>
                </a:solidFill>
                <a:latin typeface="Arial"/>
                <a:ea typeface="Arial"/>
                <a:cs typeface="Arial"/>
              </a:defRPr>
            </a:lvl5pPr>
            <a:lvl6pPr>
              <a:defRPr sz="1725" b="0">
                <a:solidFill>
                  <a:srgbClr val="5B6B60"/>
                </a:solidFill>
                <a:latin typeface="Arial"/>
                <a:ea typeface="Arial"/>
                <a:cs typeface="Arial"/>
              </a:defRPr>
            </a:lvl6pPr>
            <a:lvl7pPr>
              <a:defRPr sz="1725" b="0">
                <a:solidFill>
                  <a:srgbClr val="5B6B60"/>
                </a:solidFill>
                <a:latin typeface="Arial"/>
                <a:ea typeface="Arial"/>
                <a:cs typeface="Arial"/>
              </a:defRPr>
            </a:lvl7pPr>
            <a:lvl8pPr>
              <a:defRPr sz="1725" b="0">
                <a:solidFill>
                  <a:srgbClr val="5B6B60"/>
                </a:solidFill>
                <a:latin typeface="Arial"/>
                <a:ea typeface="Arial"/>
                <a:cs typeface="Arial"/>
              </a:defRPr>
            </a:lvl8pPr>
            <a:lvl9pPr>
              <a:defRPr sz="1725" b="0">
                <a:solidFill>
                  <a:srgbClr val="5B6B60"/>
                </a:solidFill>
                <a:latin typeface="Arial"/>
                <a:ea typeface="Arial"/>
                <a:cs typeface="Arial"/>
              </a:defRPr>
            </a:lvl9pPr>
          </a:lstStyle>
          <a:p xmlns:a="http://schemas.openxmlformats.org/drawingml/2006/main">
            <a:pPr>
              <a:defRPr sz="1725" b="0">
                <a:solidFill>
                  <a:srgbClr val="5B6B60"/>
                </a:solidFill>
                <a:latin typeface="Arial"/>
                <a:ea typeface="Arial"/>
                <a:cs typeface="Arial"/>
              </a:defRPr>
            </a:pPr>
            <a:r>
              <a:rPr sz="1725" b="0">
                <a:solidFill>
                  <a:srgbClr val="5B6B60"/>
                </a:solidFill>
                <a:latin typeface="Arial"/>
                <a:ea typeface="Arial"/>
                <a:cs typeface="Arial"/>
              </a:rPr>
              <a:t>Changed inputs can change the winner. The quality model is illustrative.</a:t>
            </a:r>
          </a:p>
        </p:txBody>
      </p:sp>
    </p:spTree>
    <p:extLst>
      <p:ext uri="{BB962C8B-B14F-4D97-AF65-F5344CB8AC3E}">
        <p14:creationId xmlns:p14="http://schemas.microsoft.com/office/powerpoint/2010/main" val="1513677438"/>
      </p:ext>
    </p:extLst>
  </p:cSld>
</p:sld>
</file>

<file path=ppt/slides/slide4.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6E1A77-576D-4964-9E37-03B1C7D29832}"/>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CALCULATION BEFORE EXPLANATION</a:t>
            </a:r>
          </a:p>
        </p:txBody>
      </p:sp>
      <p:sp>
        <p:nvSpPr>
          <p:cNvPr id="2" name="">
            <a:extLst xmlns:a="http://schemas.openxmlformats.org/drawingml/2006/main">
              <a:ext uri="{FF2B5EF4-FFF2-40B4-BE49-F238E27FC236}">
                <a16:creationId xmlns:a16="http://schemas.microsoft.com/office/drawing/2014/main" id="{6D809A79-82AF-4B47-8342-A3399882E415}"/>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Check constraints. Then rank trade-offs.</a:t>
            </a:r>
          </a:p>
        </p:txBody>
      </p:sp>
      <p:sp>
        <p:nvSpPr>
          <p:cNvPr id="3" name="">
            <a:extLst xmlns:a="http://schemas.openxmlformats.org/drawingml/2006/main">
              <a:ext uri="{FF2B5EF4-FFF2-40B4-BE49-F238E27FC236}">
                <a16:creationId xmlns:a16="http://schemas.microsoft.com/office/drawing/2014/main" id="{5C9C80D7-7553-467A-8298-23A0D0F75575}"/>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F701C6-6E0C-423D-8D9F-668C1D3D4A06}"/>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D3281C14-F331-4936-B119-0DEB3DA59F3C}"/>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DDC8A0DC-86E5-4A76-9368-E31E3AA23AD3}"/>
              </a:ext>
            </a:extLst>
          </p:cNvPr>
          <p:cNvSpPr>
            <a:spLocks xmlns:a="http://schemas.openxmlformats.org/drawingml/2006/main" noGrp="1"/>
          </p:cNvSpPr>
          <p:nvPr/>
        </p:nvSpPr>
        <p:spPr>
          <a:xfrm xmlns:a="http://schemas.openxmlformats.org/drawingml/2006/main">
            <a:off x="609600" y="2381250"/>
            <a:ext cx="2343150" cy="8572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810C1C-8A61-477D-A56B-483DF6626DA3}"/>
              </a:ext>
            </a:extLst>
          </p:cNvPr>
          <p:cNvSpPr>
            <a:spLocks xmlns:a="http://schemas.openxmlformats.org/drawingml/2006/main" noGrp="1"/>
          </p:cNvSpPr>
          <p:nvPr/>
        </p:nvSpPr>
        <p:spPr>
          <a:xfrm xmlns:a="http://schemas.openxmlformats.org/drawingml/2006/main">
            <a:off x="762000" y="2524125"/>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Entered history</a:t>
            </a:r>
          </a:p>
        </p:txBody>
      </p:sp>
      <p:sp>
        <p:nvSpPr>
          <p:cNvPr id="8" name="">
            <a:extLst xmlns:a="http://schemas.openxmlformats.org/drawingml/2006/main">
              <a:ext uri="{FF2B5EF4-FFF2-40B4-BE49-F238E27FC236}">
                <a16:creationId xmlns:a16="http://schemas.microsoft.com/office/drawing/2014/main" id="{A42DCFC7-D5BF-4FE5-B4CB-0D1233D305E5}"/>
              </a:ext>
            </a:extLst>
          </p:cNvPr>
          <p:cNvSpPr>
            <a:spLocks xmlns:a="http://schemas.openxmlformats.org/drawingml/2006/main" noGrp="1"/>
          </p:cNvSpPr>
          <p:nvPr/>
        </p:nvSpPr>
        <p:spPr>
          <a:xfrm xmlns:a="http://schemas.openxmlformats.org/drawingml/2006/main">
            <a:off x="3057525" y="2695575"/>
            <a:ext cx="2857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8CA7BFD-890B-4618-9B25-47D99CA1CDC6}"/>
              </a:ext>
            </a:extLst>
          </p:cNvPr>
          <p:cNvSpPr>
            <a:spLocks xmlns:a="http://schemas.openxmlformats.org/drawingml/2006/main" noGrp="1"/>
          </p:cNvSpPr>
          <p:nvPr/>
        </p:nvSpPr>
        <p:spPr>
          <a:xfrm xmlns:a="http://schemas.openxmlformats.org/drawingml/2006/main">
            <a:off x="3390900" y="2381250"/>
            <a:ext cx="2343150" cy="8572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5EF1FCD-C0DA-4DC5-B48B-D4EA55D58394}"/>
              </a:ext>
            </a:extLst>
          </p:cNvPr>
          <p:cNvSpPr>
            <a:spLocks xmlns:a="http://schemas.openxmlformats.org/drawingml/2006/main" noGrp="1"/>
          </p:cNvSpPr>
          <p:nvPr/>
        </p:nvSpPr>
        <p:spPr>
          <a:xfrm xmlns:a="http://schemas.openxmlformats.org/drawingml/2006/main">
            <a:off x="3543300" y="2524125"/>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Quality cohorts</a:t>
            </a:r>
          </a:p>
        </p:txBody>
      </p:sp>
      <p:sp>
        <p:nvSpPr>
          <p:cNvPr id="11" name="">
            <a:extLst xmlns:a="http://schemas.openxmlformats.org/drawingml/2006/main">
              <a:ext uri="{FF2B5EF4-FFF2-40B4-BE49-F238E27FC236}">
                <a16:creationId xmlns:a16="http://schemas.microsoft.com/office/drawing/2014/main" id="{80B3D78C-C6CB-4CEA-8F2B-1C6BF7CA93CE}"/>
              </a:ext>
            </a:extLst>
          </p:cNvPr>
          <p:cNvSpPr>
            <a:spLocks xmlns:a="http://schemas.openxmlformats.org/drawingml/2006/main" noGrp="1"/>
          </p:cNvSpPr>
          <p:nvPr/>
        </p:nvSpPr>
        <p:spPr>
          <a:xfrm xmlns:a="http://schemas.openxmlformats.org/drawingml/2006/main">
            <a:off x="5838825" y="2695575"/>
            <a:ext cx="2857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AFE7F7-BC22-4E74-9B2B-23B38A08FD25}"/>
              </a:ext>
            </a:extLst>
          </p:cNvPr>
          <p:cNvSpPr>
            <a:spLocks xmlns:a="http://schemas.openxmlformats.org/drawingml/2006/main" noGrp="1"/>
          </p:cNvSpPr>
          <p:nvPr/>
        </p:nvSpPr>
        <p:spPr>
          <a:xfrm xmlns:a="http://schemas.openxmlformats.org/drawingml/2006/main">
            <a:off x="6172200" y="2381250"/>
            <a:ext cx="2343150" cy="8572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07D6AD8-2EEE-4471-BBE1-D70FA6E60C28}"/>
              </a:ext>
            </a:extLst>
          </p:cNvPr>
          <p:cNvSpPr>
            <a:spLocks xmlns:a="http://schemas.openxmlformats.org/drawingml/2006/main" noGrp="1"/>
          </p:cNvSpPr>
          <p:nvPr/>
        </p:nvSpPr>
        <p:spPr>
          <a:xfrm xmlns:a="http://schemas.openxmlformats.org/drawingml/2006/main">
            <a:off x="6324600" y="2524125"/>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Feasible options</a:t>
            </a:r>
          </a:p>
        </p:txBody>
      </p:sp>
      <p:sp>
        <p:nvSpPr>
          <p:cNvPr id="14" name="">
            <a:extLst xmlns:a="http://schemas.openxmlformats.org/drawingml/2006/main">
              <a:ext uri="{FF2B5EF4-FFF2-40B4-BE49-F238E27FC236}">
                <a16:creationId xmlns:a16="http://schemas.microsoft.com/office/drawing/2014/main" id="{2FC517BC-50A1-4507-9E27-0CB4CECEC8ED}"/>
              </a:ext>
            </a:extLst>
          </p:cNvPr>
          <p:cNvSpPr>
            <a:spLocks xmlns:a="http://schemas.openxmlformats.org/drawingml/2006/main" noGrp="1"/>
          </p:cNvSpPr>
          <p:nvPr/>
        </p:nvSpPr>
        <p:spPr>
          <a:xfrm xmlns:a="http://schemas.openxmlformats.org/drawingml/2006/main">
            <a:off x="8620125" y="2695575"/>
            <a:ext cx="2857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3B01AD1-0B6F-43F7-A879-D031EF48061A}"/>
              </a:ext>
            </a:extLst>
          </p:cNvPr>
          <p:cNvSpPr>
            <a:spLocks xmlns:a="http://schemas.openxmlformats.org/drawingml/2006/main" noGrp="1"/>
          </p:cNvSpPr>
          <p:nvPr/>
        </p:nvSpPr>
        <p:spPr>
          <a:xfrm xmlns:a="http://schemas.openxmlformats.org/drawingml/2006/main">
            <a:off x="8953500" y="2381250"/>
            <a:ext cx="2343150" cy="8572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3C889E-6958-4616-A95F-3440525B140E}"/>
              </a:ext>
            </a:extLst>
          </p:cNvPr>
          <p:cNvSpPr>
            <a:spLocks xmlns:a="http://schemas.openxmlformats.org/drawingml/2006/main" noGrp="1"/>
          </p:cNvSpPr>
          <p:nvPr/>
        </p:nvSpPr>
        <p:spPr>
          <a:xfrm xmlns:a="http://schemas.openxmlformats.org/drawingml/2006/main">
            <a:off x="9105900" y="2524125"/>
            <a:ext cx="203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Weighted ranking</a:t>
            </a:r>
          </a:p>
        </p:txBody>
      </p:sp>
      <p:sp>
        <p:nvSpPr>
          <p:cNvPr id="17" name="">
            <a:extLst xmlns:a="http://schemas.openxmlformats.org/drawingml/2006/main">
              <a:ext uri="{FF2B5EF4-FFF2-40B4-BE49-F238E27FC236}">
                <a16:creationId xmlns:a16="http://schemas.microsoft.com/office/drawing/2014/main" id="{B134834A-4B04-45AB-8E23-310AD23414C9}"/>
              </a:ext>
            </a:extLst>
          </p:cNvPr>
          <p:cNvSpPr>
            <a:spLocks xmlns:a="http://schemas.openxmlformats.org/drawingml/2006/main" noGrp="1"/>
          </p:cNvSpPr>
          <p:nvPr/>
        </p:nvSpPr>
        <p:spPr>
          <a:xfrm xmlns:a="http://schemas.openxmlformats.org/drawingml/2006/main">
            <a:off x="609600" y="39624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06138"/>
                </a:solidFill>
                <a:latin typeface="Arial"/>
                <a:ea typeface="Arial"/>
                <a:cs typeface="Arial"/>
              </a:defRPr>
            </a:defPPr>
            <a:lvl1pPr>
              <a:defRPr sz="2175" b="1">
                <a:solidFill>
                  <a:srgbClr val="B06138"/>
                </a:solidFill>
                <a:latin typeface="Arial"/>
                <a:ea typeface="Arial"/>
                <a:cs typeface="Arial"/>
              </a:defRPr>
            </a:lvl1pPr>
            <a:lvl2pPr>
              <a:defRPr sz="2175" b="1">
                <a:solidFill>
                  <a:srgbClr val="B06138"/>
                </a:solidFill>
                <a:latin typeface="Arial"/>
                <a:ea typeface="Arial"/>
                <a:cs typeface="Arial"/>
              </a:defRPr>
            </a:lvl2pPr>
            <a:lvl3pPr>
              <a:defRPr sz="2175" b="1">
                <a:solidFill>
                  <a:srgbClr val="B06138"/>
                </a:solidFill>
                <a:latin typeface="Arial"/>
                <a:ea typeface="Arial"/>
                <a:cs typeface="Arial"/>
              </a:defRPr>
            </a:lvl3pPr>
            <a:lvl4pPr>
              <a:defRPr sz="2175" b="1">
                <a:solidFill>
                  <a:srgbClr val="B06138"/>
                </a:solidFill>
                <a:latin typeface="Arial"/>
                <a:ea typeface="Arial"/>
                <a:cs typeface="Arial"/>
              </a:defRPr>
            </a:lvl4pPr>
            <a:lvl5pPr>
              <a:defRPr sz="2175" b="1">
                <a:solidFill>
                  <a:srgbClr val="B06138"/>
                </a:solidFill>
                <a:latin typeface="Arial"/>
                <a:ea typeface="Arial"/>
                <a:cs typeface="Arial"/>
              </a:defRPr>
            </a:lvl5pPr>
            <a:lvl6pPr>
              <a:defRPr sz="2175" b="1">
                <a:solidFill>
                  <a:srgbClr val="B06138"/>
                </a:solidFill>
                <a:latin typeface="Arial"/>
                <a:ea typeface="Arial"/>
                <a:cs typeface="Arial"/>
              </a:defRPr>
            </a:lvl6pPr>
            <a:lvl7pPr>
              <a:defRPr sz="2175" b="1">
                <a:solidFill>
                  <a:srgbClr val="B06138"/>
                </a:solidFill>
                <a:latin typeface="Arial"/>
                <a:ea typeface="Arial"/>
                <a:cs typeface="Arial"/>
              </a:defRPr>
            </a:lvl7pPr>
            <a:lvl8pPr>
              <a:defRPr sz="2175" b="1">
                <a:solidFill>
                  <a:srgbClr val="B06138"/>
                </a:solidFill>
                <a:latin typeface="Arial"/>
                <a:ea typeface="Arial"/>
                <a:cs typeface="Arial"/>
              </a:defRPr>
            </a:lvl8pPr>
            <a:lvl9pPr>
              <a:defRPr sz="2175" b="1">
                <a:solidFill>
                  <a:srgbClr val="B06138"/>
                </a:solidFill>
                <a:latin typeface="Arial"/>
                <a:ea typeface="Arial"/>
                <a:cs typeface="Arial"/>
              </a:defRPr>
            </a:lvl9pPr>
          </a:lstStyle>
          <a:p xmlns:a="http://schemas.openxmlformats.org/drawingml/2006/main">
            <a:pPr>
              <a:defRPr sz="2175" b="1">
                <a:solidFill>
                  <a:srgbClr val="B06138"/>
                </a:solidFill>
                <a:latin typeface="Arial"/>
                <a:ea typeface="Arial"/>
                <a:cs typeface="Arial"/>
              </a:defRPr>
            </a:pPr>
            <a:r>
              <a:rPr sz="2175" b="1">
                <a:solidFill>
                  <a:srgbClr val="B06138"/>
                </a:solidFill>
                <a:latin typeface="Arial"/>
                <a:ea typeface="Arial"/>
                <a:cs typeface="Arial"/>
              </a:rPr>
              <a:t>Reject first</a:t>
            </a:r>
          </a:p>
        </p:txBody>
      </p:sp>
      <p:sp>
        <p:nvSpPr>
          <p:cNvPr id="18" name="">
            <a:extLst xmlns:a="http://schemas.openxmlformats.org/drawingml/2006/main">
              <a:ext uri="{FF2B5EF4-FFF2-40B4-BE49-F238E27FC236}">
                <a16:creationId xmlns:a16="http://schemas.microsoft.com/office/drawing/2014/main" id="{F38A7A34-F03B-4985-A57A-87D497A3662C}"/>
              </a:ext>
            </a:extLst>
          </p:cNvPr>
          <p:cNvSpPr>
            <a:spLocks xmlns:a="http://schemas.openxmlformats.org/drawingml/2006/main" noGrp="1"/>
          </p:cNvSpPr>
          <p:nvPr/>
        </p:nvSpPr>
        <p:spPr>
          <a:xfrm xmlns:a="http://schemas.openxmlformats.org/drawingml/2006/main">
            <a:off x="609600" y="453390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3F32"/>
                </a:solidFill>
                <a:latin typeface="Arial"/>
                <a:ea typeface="Arial"/>
                <a:cs typeface="Arial"/>
              </a:defRPr>
            </a:defPPr>
            <a:lvl1pPr>
              <a:defRPr sz="1800" b="0">
                <a:solidFill>
                  <a:srgbClr val="193F32"/>
                </a:solidFill>
                <a:latin typeface="Arial"/>
                <a:ea typeface="Arial"/>
                <a:cs typeface="Arial"/>
              </a:defRPr>
            </a:lvl1pPr>
            <a:lvl2pPr>
              <a:defRPr sz="1800" b="0">
                <a:solidFill>
                  <a:srgbClr val="193F32"/>
                </a:solidFill>
                <a:latin typeface="Arial"/>
                <a:ea typeface="Arial"/>
                <a:cs typeface="Arial"/>
              </a:defRPr>
            </a:lvl2pPr>
            <a:lvl3pPr>
              <a:defRPr sz="1800" b="0">
                <a:solidFill>
                  <a:srgbClr val="193F32"/>
                </a:solidFill>
                <a:latin typeface="Arial"/>
                <a:ea typeface="Arial"/>
                <a:cs typeface="Arial"/>
              </a:defRPr>
            </a:lvl3pPr>
            <a:lvl4pPr>
              <a:defRPr sz="1800" b="0">
                <a:solidFill>
                  <a:srgbClr val="193F32"/>
                </a:solidFill>
                <a:latin typeface="Arial"/>
                <a:ea typeface="Arial"/>
                <a:cs typeface="Arial"/>
              </a:defRPr>
            </a:lvl4pPr>
            <a:lvl5pPr>
              <a:defRPr sz="1800" b="0">
                <a:solidFill>
                  <a:srgbClr val="193F32"/>
                </a:solidFill>
                <a:latin typeface="Arial"/>
                <a:ea typeface="Arial"/>
                <a:cs typeface="Arial"/>
              </a:defRPr>
            </a:lvl5pPr>
            <a:lvl6pPr>
              <a:defRPr sz="1800" b="0">
                <a:solidFill>
                  <a:srgbClr val="193F32"/>
                </a:solidFill>
                <a:latin typeface="Arial"/>
                <a:ea typeface="Arial"/>
                <a:cs typeface="Arial"/>
              </a:defRPr>
            </a:lvl6pPr>
            <a:lvl7pPr>
              <a:defRPr sz="1800" b="0">
                <a:solidFill>
                  <a:srgbClr val="193F32"/>
                </a:solidFill>
                <a:latin typeface="Arial"/>
                <a:ea typeface="Arial"/>
                <a:cs typeface="Arial"/>
              </a:defRPr>
            </a:lvl7pPr>
            <a:lvl8pPr>
              <a:defRPr sz="1800" b="0">
                <a:solidFill>
                  <a:srgbClr val="193F32"/>
                </a:solidFill>
                <a:latin typeface="Arial"/>
                <a:ea typeface="Arial"/>
                <a:cs typeface="Arial"/>
              </a:defRPr>
            </a:lvl8pPr>
            <a:lvl9pPr>
              <a:defRPr sz="1800" b="0">
                <a:solidFill>
                  <a:srgbClr val="193F32"/>
                </a:solidFill>
                <a:latin typeface="Arial"/>
                <a:ea typeface="Arial"/>
                <a:cs typeface="Arial"/>
              </a:defRPr>
            </a:lvl9pPr>
          </a:lstStyle>
          <a:p xmlns:a="http://schemas.openxmlformats.org/drawingml/2006/main">
            <a:pPr>
              <a:defRPr sz="1800" b="0">
                <a:solidFill>
                  <a:srgbClr val="193F32"/>
                </a:solidFill>
                <a:latin typeface="Arial"/>
                <a:ea typeface="Arial"/>
                <a:cs typeface="Arial"/>
              </a:defRPr>
            </a:pPr>
            <a:r>
              <a:rPr sz="1800" b="0">
                <a:solidFill>
                  <a:srgbClr val="193F32"/>
                </a:solidFill>
                <a:latin typeface="Arial"/>
                <a:ea typeface="Arial"/>
                <a:cs typeface="Arial"/>
              </a:rPr>
              <a:t>Receiving hours · produce rules · capacity</a:t>
            </a:r>
          </a:p>
          <a:p xmlns:a="http://schemas.openxmlformats.org/drawingml/2006/main">
            <a:pPr>
              <a:defRPr sz="1800" b="0">
                <a:solidFill>
                  <a:srgbClr val="193F32"/>
                </a:solidFill>
                <a:latin typeface="Arial"/>
                <a:ea typeface="Arial"/>
                <a:cs typeface="Arial"/>
              </a:defRPr>
            </a:pPr>
            <a:r>
              <a:rPr sz="1800" b="0">
                <a:solidFill>
                  <a:srgbClr val="193F32"/>
                </a:solidFill>
                <a:latin typeface="Arial"/>
                <a:ea typeface="Arial"/>
                <a:cs typeface="Arial"/>
              </a:rPr>
              <a:t>Budget · declared quality threshold</a:t>
            </a:r>
          </a:p>
        </p:txBody>
      </p:sp>
      <p:sp>
        <p:nvSpPr>
          <p:cNvPr id="19" name="">
            <a:extLst xmlns:a="http://schemas.openxmlformats.org/drawingml/2006/main">
              <a:ext uri="{FF2B5EF4-FFF2-40B4-BE49-F238E27FC236}">
                <a16:creationId xmlns:a16="http://schemas.microsoft.com/office/drawing/2014/main" id="{B43C834F-5A77-4DC8-A2FA-0419C7997629}"/>
              </a:ext>
            </a:extLst>
          </p:cNvPr>
          <p:cNvSpPr>
            <a:spLocks xmlns:a="http://schemas.openxmlformats.org/drawingml/2006/main" noGrp="1"/>
          </p:cNvSpPr>
          <p:nvPr/>
        </p:nvSpPr>
        <p:spPr>
          <a:xfrm xmlns:a="http://schemas.openxmlformats.org/drawingml/2006/main">
            <a:off x="6419850" y="39624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16D52"/>
                </a:solidFill>
                <a:latin typeface="Arial"/>
                <a:ea typeface="Arial"/>
                <a:cs typeface="Arial"/>
              </a:defRPr>
            </a:defPPr>
            <a:lvl1pPr>
              <a:defRPr sz="2175" b="1">
                <a:solidFill>
                  <a:srgbClr val="416D52"/>
                </a:solidFill>
                <a:latin typeface="Arial"/>
                <a:ea typeface="Arial"/>
                <a:cs typeface="Arial"/>
              </a:defRPr>
            </a:lvl1pPr>
            <a:lvl2pPr>
              <a:defRPr sz="2175" b="1">
                <a:solidFill>
                  <a:srgbClr val="416D52"/>
                </a:solidFill>
                <a:latin typeface="Arial"/>
                <a:ea typeface="Arial"/>
                <a:cs typeface="Arial"/>
              </a:defRPr>
            </a:lvl2pPr>
            <a:lvl3pPr>
              <a:defRPr sz="2175" b="1">
                <a:solidFill>
                  <a:srgbClr val="416D52"/>
                </a:solidFill>
                <a:latin typeface="Arial"/>
                <a:ea typeface="Arial"/>
                <a:cs typeface="Arial"/>
              </a:defRPr>
            </a:lvl3pPr>
            <a:lvl4pPr>
              <a:defRPr sz="2175" b="1">
                <a:solidFill>
                  <a:srgbClr val="416D52"/>
                </a:solidFill>
                <a:latin typeface="Arial"/>
                <a:ea typeface="Arial"/>
                <a:cs typeface="Arial"/>
              </a:defRPr>
            </a:lvl4pPr>
            <a:lvl5pPr>
              <a:defRPr sz="2175" b="1">
                <a:solidFill>
                  <a:srgbClr val="416D52"/>
                </a:solidFill>
                <a:latin typeface="Arial"/>
                <a:ea typeface="Arial"/>
                <a:cs typeface="Arial"/>
              </a:defRPr>
            </a:lvl5pPr>
            <a:lvl6pPr>
              <a:defRPr sz="2175" b="1">
                <a:solidFill>
                  <a:srgbClr val="416D52"/>
                </a:solidFill>
                <a:latin typeface="Arial"/>
                <a:ea typeface="Arial"/>
                <a:cs typeface="Arial"/>
              </a:defRPr>
            </a:lvl6pPr>
            <a:lvl7pPr>
              <a:defRPr sz="2175" b="1">
                <a:solidFill>
                  <a:srgbClr val="416D52"/>
                </a:solidFill>
                <a:latin typeface="Arial"/>
                <a:ea typeface="Arial"/>
                <a:cs typeface="Arial"/>
              </a:defRPr>
            </a:lvl7pPr>
            <a:lvl8pPr>
              <a:defRPr sz="2175" b="1">
                <a:solidFill>
                  <a:srgbClr val="416D52"/>
                </a:solidFill>
                <a:latin typeface="Arial"/>
                <a:ea typeface="Arial"/>
                <a:cs typeface="Arial"/>
              </a:defRPr>
            </a:lvl8pPr>
            <a:lvl9pPr>
              <a:defRPr sz="2175" b="1">
                <a:solidFill>
                  <a:srgbClr val="416D52"/>
                </a:solidFill>
                <a:latin typeface="Arial"/>
                <a:ea typeface="Arial"/>
                <a:cs typeface="Arial"/>
              </a:defRPr>
            </a:lvl9pPr>
          </a:lstStyle>
          <a:p xmlns:a="http://schemas.openxmlformats.org/drawingml/2006/main">
            <a:pPr>
              <a:defRPr sz="2175" b="1">
                <a:solidFill>
                  <a:srgbClr val="416D52"/>
                </a:solidFill>
                <a:latin typeface="Arial"/>
                <a:ea typeface="Arial"/>
                <a:cs typeface="Arial"/>
              </a:defRPr>
            </a:pPr>
            <a:r>
              <a:rPr sz="2175" b="1">
                <a:solidFill>
                  <a:srgbClr val="416D52"/>
                </a:solidFill>
                <a:latin typeface="Arial"/>
                <a:ea typeface="Arial"/>
                <a:cs typeface="Arial"/>
              </a:rPr>
              <a:t>Preserve the result</a:t>
            </a:r>
          </a:p>
        </p:txBody>
      </p:sp>
      <p:sp>
        <p:nvSpPr>
          <p:cNvPr id="20" name="">
            <a:extLst xmlns:a="http://schemas.openxmlformats.org/drawingml/2006/main">
              <a:ext uri="{FF2B5EF4-FFF2-40B4-BE49-F238E27FC236}">
                <a16:creationId xmlns:a16="http://schemas.microsoft.com/office/drawing/2014/main" id="{F93C6532-4C97-4290-A63C-DF19E2750AB1}"/>
              </a:ext>
            </a:extLst>
          </p:cNvPr>
          <p:cNvSpPr>
            <a:spLocks xmlns:a="http://schemas.openxmlformats.org/drawingml/2006/main" noGrp="1"/>
          </p:cNvSpPr>
          <p:nvPr/>
        </p:nvSpPr>
        <p:spPr>
          <a:xfrm xmlns:a="http://schemas.openxmlformats.org/drawingml/2006/main">
            <a:off x="6419850" y="45339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93F32"/>
                </a:solidFill>
                <a:latin typeface="Arial"/>
                <a:ea typeface="Arial"/>
                <a:cs typeface="Arial"/>
              </a:defRPr>
            </a:defPPr>
            <a:lvl1pPr>
              <a:defRPr sz="1800" b="0">
                <a:solidFill>
                  <a:srgbClr val="193F32"/>
                </a:solidFill>
                <a:latin typeface="Arial"/>
                <a:ea typeface="Arial"/>
                <a:cs typeface="Arial"/>
              </a:defRPr>
            </a:lvl1pPr>
            <a:lvl2pPr>
              <a:defRPr sz="1800" b="0">
                <a:solidFill>
                  <a:srgbClr val="193F32"/>
                </a:solidFill>
                <a:latin typeface="Arial"/>
                <a:ea typeface="Arial"/>
                <a:cs typeface="Arial"/>
              </a:defRPr>
            </a:lvl2pPr>
            <a:lvl3pPr>
              <a:defRPr sz="1800" b="0">
                <a:solidFill>
                  <a:srgbClr val="193F32"/>
                </a:solidFill>
                <a:latin typeface="Arial"/>
                <a:ea typeface="Arial"/>
                <a:cs typeface="Arial"/>
              </a:defRPr>
            </a:lvl3pPr>
            <a:lvl4pPr>
              <a:defRPr sz="1800" b="0">
                <a:solidFill>
                  <a:srgbClr val="193F32"/>
                </a:solidFill>
                <a:latin typeface="Arial"/>
                <a:ea typeface="Arial"/>
                <a:cs typeface="Arial"/>
              </a:defRPr>
            </a:lvl4pPr>
            <a:lvl5pPr>
              <a:defRPr sz="1800" b="0">
                <a:solidFill>
                  <a:srgbClr val="193F32"/>
                </a:solidFill>
                <a:latin typeface="Arial"/>
                <a:ea typeface="Arial"/>
                <a:cs typeface="Arial"/>
              </a:defRPr>
            </a:lvl5pPr>
            <a:lvl6pPr>
              <a:defRPr sz="1800" b="0">
                <a:solidFill>
                  <a:srgbClr val="193F32"/>
                </a:solidFill>
                <a:latin typeface="Arial"/>
                <a:ea typeface="Arial"/>
                <a:cs typeface="Arial"/>
              </a:defRPr>
            </a:lvl6pPr>
            <a:lvl7pPr>
              <a:defRPr sz="1800" b="0">
                <a:solidFill>
                  <a:srgbClr val="193F32"/>
                </a:solidFill>
                <a:latin typeface="Arial"/>
                <a:ea typeface="Arial"/>
                <a:cs typeface="Arial"/>
              </a:defRPr>
            </a:lvl7pPr>
            <a:lvl8pPr>
              <a:defRPr sz="1800" b="0">
                <a:solidFill>
                  <a:srgbClr val="193F32"/>
                </a:solidFill>
                <a:latin typeface="Arial"/>
                <a:ea typeface="Arial"/>
                <a:cs typeface="Arial"/>
              </a:defRPr>
            </a:lvl8pPr>
            <a:lvl9pPr>
              <a:defRPr sz="1800" b="0">
                <a:solidFill>
                  <a:srgbClr val="193F32"/>
                </a:solidFill>
                <a:latin typeface="Arial"/>
                <a:ea typeface="Arial"/>
                <a:cs typeface="Arial"/>
              </a:defRPr>
            </a:lvl9pPr>
          </a:lstStyle>
          <a:p xmlns:a="http://schemas.openxmlformats.org/drawingml/2006/main">
            <a:pPr>
              <a:defRPr sz="1800" b="0">
                <a:solidFill>
                  <a:srgbClr val="193F32"/>
                </a:solidFill>
                <a:latin typeface="Arial"/>
                <a:ea typeface="Arial"/>
                <a:cs typeface="Arial"/>
              </a:defRPr>
            </a:pPr>
            <a:r>
              <a:rPr sz="1800" b="0">
                <a:solidFill>
                  <a:srgbClr val="193F32"/>
                </a:solidFill>
                <a:latin typeface="Arial"/>
                <a:ea typeface="Arial"/>
                <a:cs typeface="Arial"/>
              </a:rPr>
              <a:t>Frozen inputs, model version and source signature</a:t>
            </a:r>
          </a:p>
          <a:p xmlns:a="http://schemas.openxmlformats.org/drawingml/2006/main">
            <a:pPr>
              <a:defRPr sz="1800" b="0">
                <a:solidFill>
                  <a:srgbClr val="193F32"/>
                </a:solidFill>
                <a:latin typeface="Arial"/>
                <a:ea typeface="Arial"/>
                <a:cs typeface="Arial"/>
              </a:defRPr>
            </a:pPr>
            <a:r>
              <a:rPr sz="1800" b="0">
                <a:solidFill>
                  <a:srgbClr val="193F32"/>
                </a:solidFill>
                <a:latin typeface="Arial"/>
                <a:ea typeface="Arial"/>
                <a:cs typeface="Arial"/>
              </a:rPr>
              <a:t>remain available in the saved analysis.</a:t>
            </a:r>
          </a:p>
        </p:txBody>
      </p:sp>
    </p:spTree>
    <p:extLst>
      <p:ext uri="{BB962C8B-B14F-4D97-AF65-F5344CB8AC3E}">
        <p14:creationId xmlns:p14="http://schemas.microsoft.com/office/powerpoint/2010/main" val="157443147"/>
      </p:ext>
    </p:extLst>
  </p:cSld>
</p:sld>
</file>

<file path=ppt/slides/slide5.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0E96193-DE4C-4412-BA14-562BC7E6FD61}"/>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RETAINED AWS ARCHITECTURE</a:t>
            </a:r>
          </a:p>
        </p:txBody>
      </p:sp>
      <p:sp>
        <p:nvSpPr>
          <p:cNvPr id="2" name="">
            <a:extLst xmlns:a="http://schemas.openxmlformats.org/drawingml/2006/main">
              <a:ext uri="{FF2B5EF4-FFF2-40B4-BE49-F238E27FC236}">
                <a16:creationId xmlns:a16="http://schemas.microsoft.com/office/drawing/2014/main" id="{90B4828B-683F-478D-B273-D1C4DEDC1A3F}"/>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Managed services with clear responsibilities.</a:t>
            </a:r>
          </a:p>
        </p:txBody>
      </p:sp>
      <p:sp>
        <p:nvSpPr>
          <p:cNvPr id="3" name="">
            <a:extLst xmlns:a="http://schemas.openxmlformats.org/drawingml/2006/main">
              <a:ext uri="{FF2B5EF4-FFF2-40B4-BE49-F238E27FC236}">
                <a16:creationId xmlns:a16="http://schemas.microsoft.com/office/drawing/2014/main" id="{4CF4E3DD-2BD9-4C04-918B-CE7EBB2174F2}"/>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9D42F0-7773-4071-AD76-BE3CE20CEE41}"/>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CAF7C7AC-7705-49F9-963F-3B874C8926FE}"/>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900EE178-00AB-4D61-8BAF-A0CE67B65A66}"/>
              </a:ext>
            </a:extLst>
          </p:cNvPr>
          <p:cNvSpPr>
            <a:spLocks xmlns:a="http://schemas.openxmlformats.org/drawingml/2006/main" noGrp="1"/>
          </p:cNvSpPr>
          <p:nvPr/>
        </p:nvSpPr>
        <p:spPr>
          <a:xfrm xmlns:a="http://schemas.openxmlformats.org/drawingml/2006/main">
            <a:off x="609600" y="2238375"/>
            <a:ext cx="2333625"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079F6B9-6F50-4301-8A37-3B902F189C92}"/>
              </a:ext>
            </a:extLst>
          </p:cNvPr>
          <p:cNvSpPr>
            <a:spLocks xmlns:a="http://schemas.openxmlformats.org/drawingml/2006/main" noGrp="1"/>
          </p:cNvSpPr>
          <p:nvPr/>
        </p:nvSpPr>
        <p:spPr>
          <a:xfrm xmlns:a="http://schemas.openxmlformats.org/drawingml/2006/main">
            <a:off x="762000" y="2381250"/>
            <a:ext cx="2028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Browser + Cognito</a:t>
            </a:r>
          </a:p>
        </p:txBody>
      </p:sp>
      <p:sp>
        <p:nvSpPr>
          <p:cNvPr id="8" name="">
            <a:extLst xmlns:a="http://schemas.openxmlformats.org/drawingml/2006/main">
              <a:ext uri="{FF2B5EF4-FFF2-40B4-BE49-F238E27FC236}">
                <a16:creationId xmlns:a16="http://schemas.microsoft.com/office/drawing/2014/main" id="{DA87F2A7-0D2C-4B67-8C78-3ECC34705C45}"/>
              </a:ext>
            </a:extLst>
          </p:cNvPr>
          <p:cNvSpPr>
            <a:spLocks xmlns:a="http://schemas.openxmlformats.org/drawingml/2006/main" noGrp="1"/>
          </p:cNvSpPr>
          <p:nvPr/>
        </p:nvSpPr>
        <p:spPr>
          <a:xfrm xmlns:a="http://schemas.openxmlformats.org/drawingml/2006/main">
            <a:off x="3057525" y="2495550"/>
            <a:ext cx="3619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7EC3D0B-07FD-4232-92BE-59B7E8B0C0A4}"/>
              </a:ext>
            </a:extLst>
          </p:cNvPr>
          <p:cNvSpPr>
            <a:spLocks xmlns:a="http://schemas.openxmlformats.org/drawingml/2006/main" noGrp="1"/>
          </p:cNvSpPr>
          <p:nvPr/>
        </p:nvSpPr>
        <p:spPr>
          <a:xfrm xmlns:a="http://schemas.openxmlformats.org/drawingml/2006/main">
            <a:off x="3562350" y="2238375"/>
            <a:ext cx="2571750"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051EE9-C14B-4547-9384-ABDAB60C2DD8}"/>
              </a:ext>
            </a:extLst>
          </p:cNvPr>
          <p:cNvSpPr>
            <a:spLocks xmlns:a="http://schemas.openxmlformats.org/drawingml/2006/main" noGrp="1"/>
          </p:cNvSpPr>
          <p:nvPr/>
        </p:nvSpPr>
        <p:spPr>
          <a:xfrm xmlns:a="http://schemas.openxmlformats.org/drawingml/2006/main">
            <a:off x="3714750" y="2381250"/>
            <a:ext cx="2266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HTTP API + Lambda</a:t>
            </a:r>
          </a:p>
        </p:txBody>
      </p:sp>
      <p:sp>
        <p:nvSpPr>
          <p:cNvPr id="11" name="">
            <a:extLst xmlns:a="http://schemas.openxmlformats.org/drawingml/2006/main">
              <a:ext uri="{FF2B5EF4-FFF2-40B4-BE49-F238E27FC236}">
                <a16:creationId xmlns:a16="http://schemas.microsoft.com/office/drawing/2014/main" id="{BC270A5D-6DDD-49FD-8840-284EDC7D7CD6}"/>
              </a:ext>
            </a:extLst>
          </p:cNvPr>
          <p:cNvSpPr>
            <a:spLocks xmlns:a="http://schemas.openxmlformats.org/drawingml/2006/main" noGrp="1"/>
          </p:cNvSpPr>
          <p:nvPr/>
        </p:nvSpPr>
        <p:spPr>
          <a:xfrm xmlns:a="http://schemas.openxmlformats.org/drawingml/2006/main">
            <a:off x="6257925" y="2495550"/>
            <a:ext cx="3619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FC8D083-A71A-4A3D-921D-B16D65D28141}"/>
              </a:ext>
            </a:extLst>
          </p:cNvPr>
          <p:cNvSpPr>
            <a:spLocks xmlns:a="http://schemas.openxmlformats.org/drawingml/2006/main" noGrp="1"/>
          </p:cNvSpPr>
          <p:nvPr/>
        </p:nvSpPr>
        <p:spPr>
          <a:xfrm xmlns:a="http://schemas.openxmlformats.org/drawingml/2006/main">
            <a:off x="6762750" y="2238375"/>
            <a:ext cx="3381375"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05D6D4-F0E0-40C3-9AFE-FDDD0E4B3062}"/>
              </a:ext>
            </a:extLst>
          </p:cNvPr>
          <p:cNvSpPr>
            <a:spLocks xmlns:a="http://schemas.openxmlformats.org/drawingml/2006/main" noGrp="1"/>
          </p:cNvSpPr>
          <p:nvPr/>
        </p:nvSpPr>
        <p:spPr>
          <a:xfrm xmlns:a="http://schemas.openxmlformats.org/drawingml/2006/main">
            <a:off x="6915150" y="238125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DynamoDB · 4 tables</a:t>
            </a:r>
          </a:p>
        </p:txBody>
      </p:sp>
      <p:sp>
        <p:nvSpPr>
          <p:cNvPr id="14" name="">
            <a:extLst xmlns:a="http://schemas.openxmlformats.org/drawingml/2006/main">
              <a:ext uri="{FF2B5EF4-FFF2-40B4-BE49-F238E27FC236}">
                <a16:creationId xmlns:a16="http://schemas.microsoft.com/office/drawing/2014/main" id="{3C1B57AD-165B-4B3B-91DF-BC49D0AFF87E}"/>
              </a:ext>
            </a:extLst>
          </p:cNvPr>
          <p:cNvSpPr>
            <a:spLocks xmlns:a="http://schemas.openxmlformats.org/drawingml/2006/main" noGrp="1"/>
          </p:cNvSpPr>
          <p:nvPr/>
        </p:nvSpPr>
        <p:spPr>
          <a:xfrm xmlns:a="http://schemas.openxmlformats.org/drawingml/2006/main">
            <a:off x="609600" y="3505200"/>
            <a:ext cx="2333625"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BAB01BF-D6B6-4B78-8900-7E13610ACCAF}"/>
              </a:ext>
            </a:extLst>
          </p:cNvPr>
          <p:cNvSpPr>
            <a:spLocks xmlns:a="http://schemas.openxmlformats.org/drawingml/2006/main" noGrp="1"/>
          </p:cNvSpPr>
          <p:nvPr/>
        </p:nvSpPr>
        <p:spPr>
          <a:xfrm xmlns:a="http://schemas.openxmlformats.org/drawingml/2006/main">
            <a:off x="762000" y="3648075"/>
            <a:ext cx="2028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Step Functions</a:t>
            </a:r>
          </a:p>
        </p:txBody>
      </p:sp>
      <p:sp>
        <p:nvSpPr>
          <p:cNvPr id="16" name="">
            <a:extLst xmlns:a="http://schemas.openxmlformats.org/drawingml/2006/main">
              <a:ext uri="{FF2B5EF4-FFF2-40B4-BE49-F238E27FC236}">
                <a16:creationId xmlns:a16="http://schemas.microsoft.com/office/drawing/2014/main" id="{DED3AC2D-7ABE-4BEE-9754-DEE3222DA350}"/>
              </a:ext>
            </a:extLst>
          </p:cNvPr>
          <p:cNvSpPr>
            <a:spLocks xmlns:a="http://schemas.openxmlformats.org/drawingml/2006/main" noGrp="1"/>
          </p:cNvSpPr>
          <p:nvPr/>
        </p:nvSpPr>
        <p:spPr>
          <a:xfrm xmlns:a="http://schemas.openxmlformats.org/drawingml/2006/main">
            <a:off x="3057525" y="3762375"/>
            <a:ext cx="3619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D69D491-C587-4224-AD22-1CEBE9706AC0}"/>
              </a:ext>
            </a:extLst>
          </p:cNvPr>
          <p:cNvSpPr>
            <a:spLocks xmlns:a="http://schemas.openxmlformats.org/drawingml/2006/main" noGrp="1"/>
          </p:cNvSpPr>
          <p:nvPr/>
        </p:nvSpPr>
        <p:spPr>
          <a:xfrm xmlns:a="http://schemas.openxmlformats.org/drawingml/2006/main">
            <a:off x="3562350" y="3505200"/>
            <a:ext cx="2571750"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AF576C0-89D9-4FB4-9328-3EA226A4CE17}"/>
              </a:ext>
            </a:extLst>
          </p:cNvPr>
          <p:cNvSpPr>
            <a:spLocks xmlns:a="http://schemas.openxmlformats.org/drawingml/2006/main" noGrp="1"/>
          </p:cNvSpPr>
          <p:nvPr/>
        </p:nvSpPr>
        <p:spPr>
          <a:xfrm xmlns:a="http://schemas.openxmlformats.org/drawingml/2006/main">
            <a:off x="3714750" y="3648075"/>
            <a:ext cx="2266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Analysis Worker</a:t>
            </a:r>
          </a:p>
        </p:txBody>
      </p:sp>
      <p:sp>
        <p:nvSpPr>
          <p:cNvPr id="19" name="">
            <a:extLst xmlns:a="http://schemas.openxmlformats.org/drawingml/2006/main">
              <a:ext uri="{FF2B5EF4-FFF2-40B4-BE49-F238E27FC236}">
                <a16:creationId xmlns:a16="http://schemas.microsoft.com/office/drawing/2014/main" id="{839345F3-3374-4F13-A3A5-AD1D83178202}"/>
              </a:ext>
            </a:extLst>
          </p:cNvPr>
          <p:cNvSpPr>
            <a:spLocks xmlns:a="http://schemas.openxmlformats.org/drawingml/2006/main" noGrp="1"/>
          </p:cNvSpPr>
          <p:nvPr/>
        </p:nvSpPr>
        <p:spPr>
          <a:xfrm xmlns:a="http://schemas.openxmlformats.org/drawingml/2006/main">
            <a:off x="6257925" y="3762375"/>
            <a:ext cx="3619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8F1F7C0-BE84-4656-9F3F-0A21FD14A0EC}"/>
              </a:ext>
            </a:extLst>
          </p:cNvPr>
          <p:cNvSpPr>
            <a:spLocks xmlns:a="http://schemas.openxmlformats.org/drawingml/2006/main" noGrp="1"/>
          </p:cNvSpPr>
          <p:nvPr/>
        </p:nvSpPr>
        <p:spPr>
          <a:xfrm xmlns:a="http://schemas.openxmlformats.org/drawingml/2006/main">
            <a:off x="6762750" y="3505200"/>
            <a:ext cx="3381375"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8A6E76F-F38C-4066-88B1-5B853FF35282}"/>
              </a:ext>
            </a:extLst>
          </p:cNvPr>
          <p:cNvSpPr>
            <a:spLocks xmlns:a="http://schemas.openxmlformats.org/drawingml/2006/main" noGrp="1"/>
          </p:cNvSpPr>
          <p:nvPr/>
        </p:nvSpPr>
        <p:spPr>
          <a:xfrm xmlns:a="http://schemas.openxmlformats.org/drawingml/2006/main">
            <a:off x="6915150" y="3648075"/>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Frozen analysis</a:t>
            </a:r>
          </a:p>
        </p:txBody>
      </p:sp>
      <p:sp>
        <p:nvSpPr>
          <p:cNvPr id="22" name="">
            <a:extLst xmlns:a="http://schemas.openxmlformats.org/drawingml/2006/main">
              <a:ext uri="{FF2B5EF4-FFF2-40B4-BE49-F238E27FC236}">
                <a16:creationId xmlns:a16="http://schemas.microsoft.com/office/drawing/2014/main" id="{018EB988-73E7-46A1-A8C7-4A7B57DFA368}"/>
              </a:ext>
            </a:extLst>
          </p:cNvPr>
          <p:cNvSpPr>
            <a:spLocks xmlns:a="http://schemas.openxmlformats.org/drawingml/2006/main" noGrp="1"/>
          </p:cNvSpPr>
          <p:nvPr/>
        </p:nvSpPr>
        <p:spPr>
          <a:xfrm xmlns:a="http://schemas.openxmlformats.org/drawingml/2006/main">
            <a:off x="609600" y="4772025"/>
            <a:ext cx="2333625"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2240C08-702B-494D-A69C-83835CDF8F82}"/>
              </a:ext>
            </a:extLst>
          </p:cNvPr>
          <p:cNvSpPr>
            <a:spLocks xmlns:a="http://schemas.openxmlformats.org/drawingml/2006/main" noGrp="1"/>
          </p:cNvSpPr>
          <p:nvPr/>
        </p:nvSpPr>
        <p:spPr>
          <a:xfrm xmlns:a="http://schemas.openxmlformats.org/drawingml/2006/main">
            <a:off x="762000" y="4914900"/>
            <a:ext cx="2028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Streams + SQS</a:t>
            </a:r>
          </a:p>
        </p:txBody>
      </p:sp>
      <p:sp>
        <p:nvSpPr>
          <p:cNvPr id="24" name="">
            <a:extLst xmlns:a="http://schemas.openxmlformats.org/drawingml/2006/main">
              <a:ext uri="{FF2B5EF4-FFF2-40B4-BE49-F238E27FC236}">
                <a16:creationId xmlns:a16="http://schemas.microsoft.com/office/drawing/2014/main" id="{885191B0-2BC3-4170-8D73-E10B3A36A2B7}"/>
              </a:ext>
            </a:extLst>
          </p:cNvPr>
          <p:cNvSpPr>
            <a:spLocks xmlns:a="http://schemas.openxmlformats.org/drawingml/2006/main" noGrp="1"/>
          </p:cNvSpPr>
          <p:nvPr/>
        </p:nvSpPr>
        <p:spPr>
          <a:xfrm xmlns:a="http://schemas.openxmlformats.org/drawingml/2006/main">
            <a:off x="3057525" y="5029200"/>
            <a:ext cx="3619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2846CA1-0CDA-4CE4-BC56-997D4DDA9CFA}"/>
              </a:ext>
            </a:extLst>
          </p:cNvPr>
          <p:cNvSpPr>
            <a:spLocks xmlns:a="http://schemas.openxmlformats.org/drawingml/2006/main" noGrp="1"/>
          </p:cNvSpPr>
          <p:nvPr/>
        </p:nvSpPr>
        <p:spPr>
          <a:xfrm xmlns:a="http://schemas.openxmlformats.org/drawingml/2006/main">
            <a:off x="3562350" y="4772025"/>
            <a:ext cx="2571750"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66224B3-5514-45EE-AF70-4DD32F8D6A22}"/>
              </a:ext>
            </a:extLst>
          </p:cNvPr>
          <p:cNvSpPr>
            <a:spLocks xmlns:a="http://schemas.openxmlformats.org/drawingml/2006/main" noGrp="1"/>
          </p:cNvSpPr>
          <p:nvPr/>
        </p:nvSpPr>
        <p:spPr>
          <a:xfrm xmlns:a="http://schemas.openxmlformats.org/drawingml/2006/main">
            <a:off x="3714750" y="4914900"/>
            <a:ext cx="2266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Background workers</a:t>
            </a:r>
          </a:p>
        </p:txBody>
      </p:sp>
      <p:sp>
        <p:nvSpPr>
          <p:cNvPr id="27" name="">
            <a:extLst xmlns:a="http://schemas.openxmlformats.org/drawingml/2006/main">
              <a:ext uri="{FF2B5EF4-FFF2-40B4-BE49-F238E27FC236}">
                <a16:creationId xmlns:a16="http://schemas.microsoft.com/office/drawing/2014/main" id="{D46E557C-9EB7-46E3-9DEE-E98BA62C35E6}"/>
              </a:ext>
            </a:extLst>
          </p:cNvPr>
          <p:cNvSpPr>
            <a:spLocks xmlns:a="http://schemas.openxmlformats.org/drawingml/2006/main" noGrp="1"/>
          </p:cNvSpPr>
          <p:nvPr/>
        </p:nvSpPr>
        <p:spPr>
          <a:xfrm xmlns:a="http://schemas.openxmlformats.org/drawingml/2006/main">
            <a:off x="6257925" y="5029200"/>
            <a:ext cx="361950"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B4F55BC-1FD9-4DDC-B885-E4A6CCEE5CCD}"/>
              </a:ext>
            </a:extLst>
          </p:cNvPr>
          <p:cNvSpPr>
            <a:spLocks xmlns:a="http://schemas.openxmlformats.org/drawingml/2006/main" noGrp="1"/>
          </p:cNvSpPr>
          <p:nvPr/>
        </p:nvSpPr>
        <p:spPr>
          <a:xfrm xmlns:a="http://schemas.openxmlformats.org/drawingml/2006/main">
            <a:off x="6762750" y="4772025"/>
            <a:ext cx="3381375" cy="70485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1BCBBA5-367A-41F8-B9E6-E1DAC2D67EDF}"/>
              </a:ext>
            </a:extLst>
          </p:cNvPr>
          <p:cNvSpPr>
            <a:spLocks xmlns:a="http://schemas.openxmlformats.org/drawingml/2006/main" noGrp="1"/>
          </p:cNvSpPr>
          <p:nvPr/>
        </p:nvSpPr>
        <p:spPr>
          <a:xfrm xmlns:a="http://schemas.openxmlformats.org/drawingml/2006/main">
            <a:off x="6915150" y="4914900"/>
            <a:ext cx="3076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Private reports + SNS</a:t>
            </a:r>
          </a:p>
        </p:txBody>
      </p:sp>
      <p:sp>
        <p:nvSpPr>
          <p:cNvPr id="30" name="">
            <a:extLst xmlns:a="http://schemas.openxmlformats.org/drawingml/2006/main">
              <a:ext uri="{FF2B5EF4-FFF2-40B4-BE49-F238E27FC236}">
                <a16:creationId xmlns:a16="http://schemas.microsoft.com/office/drawing/2014/main" id="{1C9F22FE-684B-42AD-B63B-F04CB86AA2E0}"/>
              </a:ext>
            </a:extLst>
          </p:cNvPr>
          <p:cNvSpPr>
            <a:spLocks xmlns:a="http://schemas.openxmlformats.org/drawingml/2006/main" noGrp="1"/>
          </p:cNvSpPr>
          <p:nvPr/>
        </p:nvSpPr>
        <p:spPr>
          <a:xfrm xmlns:a="http://schemas.openxmlformats.org/drawingml/2006/main">
            <a:off x="609600" y="57626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B6B60"/>
                </a:solidFill>
                <a:latin typeface="Arial"/>
                <a:ea typeface="Arial"/>
                <a:cs typeface="Arial"/>
              </a:defRPr>
            </a:defPPr>
            <a:lvl1pPr>
              <a:defRPr sz="1350" b="0">
                <a:solidFill>
                  <a:srgbClr val="5B6B60"/>
                </a:solidFill>
                <a:latin typeface="Arial"/>
                <a:ea typeface="Arial"/>
                <a:cs typeface="Arial"/>
              </a:defRPr>
            </a:lvl1pPr>
            <a:lvl2pPr>
              <a:defRPr sz="1350" b="0">
                <a:solidFill>
                  <a:srgbClr val="5B6B60"/>
                </a:solidFill>
                <a:latin typeface="Arial"/>
                <a:ea typeface="Arial"/>
                <a:cs typeface="Arial"/>
              </a:defRPr>
            </a:lvl2pPr>
            <a:lvl3pPr>
              <a:defRPr sz="1350" b="0">
                <a:solidFill>
                  <a:srgbClr val="5B6B60"/>
                </a:solidFill>
                <a:latin typeface="Arial"/>
                <a:ea typeface="Arial"/>
                <a:cs typeface="Arial"/>
              </a:defRPr>
            </a:lvl3pPr>
            <a:lvl4pPr>
              <a:defRPr sz="1350" b="0">
                <a:solidFill>
                  <a:srgbClr val="5B6B60"/>
                </a:solidFill>
                <a:latin typeface="Arial"/>
                <a:ea typeface="Arial"/>
                <a:cs typeface="Arial"/>
              </a:defRPr>
            </a:lvl4pPr>
            <a:lvl5pPr>
              <a:defRPr sz="1350" b="0">
                <a:solidFill>
                  <a:srgbClr val="5B6B60"/>
                </a:solidFill>
                <a:latin typeface="Arial"/>
                <a:ea typeface="Arial"/>
                <a:cs typeface="Arial"/>
              </a:defRPr>
            </a:lvl5pPr>
            <a:lvl6pPr>
              <a:defRPr sz="1350" b="0">
                <a:solidFill>
                  <a:srgbClr val="5B6B60"/>
                </a:solidFill>
                <a:latin typeface="Arial"/>
                <a:ea typeface="Arial"/>
                <a:cs typeface="Arial"/>
              </a:defRPr>
            </a:lvl6pPr>
            <a:lvl7pPr>
              <a:defRPr sz="1350" b="0">
                <a:solidFill>
                  <a:srgbClr val="5B6B60"/>
                </a:solidFill>
                <a:latin typeface="Arial"/>
                <a:ea typeface="Arial"/>
                <a:cs typeface="Arial"/>
              </a:defRPr>
            </a:lvl7pPr>
            <a:lvl8pPr>
              <a:defRPr sz="1350" b="0">
                <a:solidFill>
                  <a:srgbClr val="5B6B60"/>
                </a:solidFill>
                <a:latin typeface="Arial"/>
                <a:ea typeface="Arial"/>
                <a:cs typeface="Arial"/>
              </a:defRPr>
            </a:lvl8pPr>
            <a:lvl9pPr>
              <a:defRPr sz="1350" b="0">
                <a:solidFill>
                  <a:srgbClr val="5B6B60"/>
                </a:solidFill>
                <a:latin typeface="Arial"/>
                <a:ea typeface="Arial"/>
                <a:cs typeface="Arial"/>
              </a:defRPr>
            </a:lvl9pPr>
          </a:lstStyle>
          <a:p xmlns:a="http://schemas.openxmlformats.org/drawingml/2006/main">
            <a:pPr>
              <a:defRPr sz="1350" b="0">
                <a:solidFill>
                  <a:srgbClr val="5B6B60"/>
                </a:solidFill>
                <a:latin typeface="Arial"/>
                <a:ea typeface="Arial"/>
                <a:cs typeface="Arial"/>
              </a:defRPr>
            </a:pPr>
            <a:r>
              <a:rPr sz="1350" b="0">
                <a:solidFill>
                  <a:srgbClr val="5B6B60"/>
                </a:solidFill>
                <a:latin typeface="Arial"/>
                <a:ea typeface="Arial"/>
                <a:cs typeface="Arial"/>
              </a:rPr>
              <a:t>HTTPS frontend: API Gateway → Web Lambda → private S3. CloudFront is blocked.</a:t>
            </a:r>
          </a:p>
        </p:txBody>
      </p:sp>
    </p:spTree>
    <p:extLst>
      <p:ext uri="{BB962C8B-B14F-4D97-AF65-F5344CB8AC3E}">
        <p14:creationId xmlns:p14="http://schemas.microsoft.com/office/powerpoint/2010/main" val="1793624690"/>
      </p:ext>
    </p:extLst>
  </p:cSld>
</p:sld>
</file>

<file path=ppt/slides/slide6.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76FF1AB-957E-4D41-BC6D-0D2316BD3ACB}"/>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STORAGE WITH A PURPOSE</a:t>
            </a:r>
          </a:p>
        </p:txBody>
      </p:sp>
      <p:sp>
        <p:nvSpPr>
          <p:cNvPr id="2" name="">
            <a:extLst xmlns:a="http://schemas.openxmlformats.org/drawingml/2006/main">
              <a:ext uri="{FF2B5EF4-FFF2-40B4-BE49-F238E27FC236}">
                <a16:creationId xmlns:a16="http://schemas.microsoft.com/office/drawing/2014/main" id="{C8ACAF09-D199-4CC6-BBAE-638505556796}"/>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Four buckets. Four access boundaries.</a:t>
            </a:r>
          </a:p>
        </p:txBody>
      </p:sp>
      <p:sp>
        <p:nvSpPr>
          <p:cNvPr id="3" name="">
            <a:extLst xmlns:a="http://schemas.openxmlformats.org/drawingml/2006/main">
              <a:ext uri="{FF2B5EF4-FFF2-40B4-BE49-F238E27FC236}">
                <a16:creationId xmlns:a16="http://schemas.microsoft.com/office/drawing/2014/main" id="{870AD086-E7CB-43C4-9DB5-0902AFC57A5E}"/>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0BF08B-78BE-4E6E-A7DA-CC10C84E0F64}"/>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827DA4F4-7DEA-48B0-8381-A9686724DCE4}"/>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AB662165-C2BE-422B-BB66-71F2964E7848}"/>
              </a:ext>
            </a:extLst>
          </p:cNvPr>
          <p:cNvSpPr>
            <a:spLocks xmlns:a="http://schemas.openxmlformats.org/drawingml/2006/main" noGrp="1"/>
          </p:cNvSpPr>
          <p:nvPr/>
        </p:nvSpPr>
        <p:spPr>
          <a:xfrm xmlns:a="http://schemas.openxmlformats.org/drawingml/2006/main">
            <a:off x="609600" y="22669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416D52"/>
                </a:solidFill>
                <a:latin typeface="Arial"/>
                <a:ea typeface="Arial"/>
                <a:cs typeface="Arial"/>
              </a:defRPr>
            </a:defPPr>
            <a:lvl1pPr>
              <a:defRPr sz="2550" b="1">
                <a:solidFill>
                  <a:srgbClr val="416D52"/>
                </a:solidFill>
                <a:latin typeface="Arial"/>
                <a:ea typeface="Arial"/>
                <a:cs typeface="Arial"/>
              </a:defRPr>
            </a:lvl1pPr>
            <a:lvl2pPr>
              <a:defRPr sz="2550" b="1">
                <a:solidFill>
                  <a:srgbClr val="416D52"/>
                </a:solidFill>
                <a:latin typeface="Arial"/>
                <a:ea typeface="Arial"/>
                <a:cs typeface="Arial"/>
              </a:defRPr>
            </a:lvl2pPr>
            <a:lvl3pPr>
              <a:defRPr sz="2550" b="1">
                <a:solidFill>
                  <a:srgbClr val="416D52"/>
                </a:solidFill>
                <a:latin typeface="Arial"/>
                <a:ea typeface="Arial"/>
                <a:cs typeface="Arial"/>
              </a:defRPr>
            </a:lvl3pPr>
            <a:lvl4pPr>
              <a:defRPr sz="2550" b="1">
                <a:solidFill>
                  <a:srgbClr val="416D52"/>
                </a:solidFill>
                <a:latin typeface="Arial"/>
                <a:ea typeface="Arial"/>
                <a:cs typeface="Arial"/>
              </a:defRPr>
            </a:lvl4pPr>
            <a:lvl5pPr>
              <a:defRPr sz="2550" b="1">
                <a:solidFill>
                  <a:srgbClr val="416D52"/>
                </a:solidFill>
                <a:latin typeface="Arial"/>
                <a:ea typeface="Arial"/>
                <a:cs typeface="Arial"/>
              </a:defRPr>
            </a:lvl5pPr>
            <a:lvl6pPr>
              <a:defRPr sz="2550" b="1">
                <a:solidFill>
                  <a:srgbClr val="416D52"/>
                </a:solidFill>
                <a:latin typeface="Arial"/>
                <a:ea typeface="Arial"/>
                <a:cs typeface="Arial"/>
              </a:defRPr>
            </a:lvl6pPr>
            <a:lvl7pPr>
              <a:defRPr sz="2550" b="1">
                <a:solidFill>
                  <a:srgbClr val="416D52"/>
                </a:solidFill>
                <a:latin typeface="Arial"/>
                <a:ea typeface="Arial"/>
                <a:cs typeface="Arial"/>
              </a:defRPr>
            </a:lvl7pPr>
            <a:lvl8pPr>
              <a:defRPr sz="2550" b="1">
                <a:solidFill>
                  <a:srgbClr val="416D52"/>
                </a:solidFill>
                <a:latin typeface="Arial"/>
                <a:ea typeface="Arial"/>
                <a:cs typeface="Arial"/>
              </a:defRPr>
            </a:lvl8pPr>
            <a:lvl9pPr>
              <a:defRPr sz="2550" b="1">
                <a:solidFill>
                  <a:srgbClr val="416D52"/>
                </a:solidFill>
                <a:latin typeface="Arial"/>
                <a:ea typeface="Arial"/>
                <a:cs typeface="Arial"/>
              </a:defRPr>
            </a:lvl9pPr>
          </a:lstStyle>
          <a:p xmlns:a="http://schemas.openxmlformats.org/drawingml/2006/main">
            <a:pPr>
              <a:defRPr sz="2550" b="1">
                <a:solidFill>
                  <a:srgbClr val="416D52"/>
                </a:solidFill>
                <a:latin typeface="Arial"/>
                <a:ea typeface="Arial"/>
                <a:cs typeface="Arial"/>
              </a:defRPr>
            </a:pPr>
            <a:r>
              <a:rPr sz="2550" b="1">
                <a:solidFill>
                  <a:srgbClr val="416D52"/>
                </a:solidFill>
                <a:latin typeface="Arial"/>
                <a:ea typeface="Arial"/>
                <a:cs typeface="Arial"/>
              </a:rPr>
              <a:t>Web</a:t>
            </a:r>
          </a:p>
        </p:txBody>
      </p:sp>
      <p:sp>
        <p:nvSpPr>
          <p:cNvPr id="7" name="">
            <a:extLst xmlns:a="http://schemas.openxmlformats.org/drawingml/2006/main">
              <a:ext uri="{FF2B5EF4-FFF2-40B4-BE49-F238E27FC236}">
                <a16:creationId xmlns:a16="http://schemas.microsoft.com/office/drawing/2014/main" id="{AA8C6021-1364-497D-A384-62283960BFA8}"/>
              </a:ext>
            </a:extLst>
          </p:cNvPr>
          <p:cNvSpPr>
            <a:spLocks xmlns:a="http://schemas.openxmlformats.org/drawingml/2006/main" noGrp="1"/>
          </p:cNvSpPr>
          <p:nvPr/>
        </p:nvSpPr>
        <p:spPr>
          <a:xfrm xmlns:a="http://schemas.openxmlformats.org/drawingml/2006/main">
            <a:off x="609600" y="28765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F32"/>
                </a:solidFill>
                <a:latin typeface="Arial"/>
                <a:ea typeface="Arial"/>
                <a:cs typeface="Arial"/>
              </a:defRPr>
            </a:defPPr>
            <a:lvl1pPr>
              <a:defRPr sz="1950" b="0">
                <a:solidFill>
                  <a:srgbClr val="193F32"/>
                </a:solidFill>
                <a:latin typeface="Arial"/>
                <a:ea typeface="Arial"/>
                <a:cs typeface="Arial"/>
              </a:defRPr>
            </a:lvl1pPr>
            <a:lvl2pPr>
              <a:defRPr sz="1950" b="0">
                <a:solidFill>
                  <a:srgbClr val="193F32"/>
                </a:solidFill>
                <a:latin typeface="Arial"/>
                <a:ea typeface="Arial"/>
                <a:cs typeface="Arial"/>
              </a:defRPr>
            </a:lvl2pPr>
            <a:lvl3pPr>
              <a:defRPr sz="1950" b="0">
                <a:solidFill>
                  <a:srgbClr val="193F32"/>
                </a:solidFill>
                <a:latin typeface="Arial"/>
                <a:ea typeface="Arial"/>
                <a:cs typeface="Arial"/>
              </a:defRPr>
            </a:lvl3pPr>
            <a:lvl4pPr>
              <a:defRPr sz="1950" b="0">
                <a:solidFill>
                  <a:srgbClr val="193F32"/>
                </a:solidFill>
                <a:latin typeface="Arial"/>
                <a:ea typeface="Arial"/>
                <a:cs typeface="Arial"/>
              </a:defRPr>
            </a:lvl4pPr>
            <a:lvl5pPr>
              <a:defRPr sz="1950" b="0">
                <a:solidFill>
                  <a:srgbClr val="193F32"/>
                </a:solidFill>
                <a:latin typeface="Arial"/>
                <a:ea typeface="Arial"/>
                <a:cs typeface="Arial"/>
              </a:defRPr>
            </a:lvl5pPr>
            <a:lvl6pPr>
              <a:defRPr sz="1950" b="0">
                <a:solidFill>
                  <a:srgbClr val="193F32"/>
                </a:solidFill>
                <a:latin typeface="Arial"/>
                <a:ea typeface="Arial"/>
                <a:cs typeface="Arial"/>
              </a:defRPr>
            </a:lvl6pPr>
            <a:lvl7pPr>
              <a:defRPr sz="1950" b="0">
                <a:solidFill>
                  <a:srgbClr val="193F32"/>
                </a:solidFill>
                <a:latin typeface="Arial"/>
                <a:ea typeface="Arial"/>
                <a:cs typeface="Arial"/>
              </a:defRPr>
            </a:lvl7pPr>
            <a:lvl8pPr>
              <a:defRPr sz="1950" b="0">
                <a:solidFill>
                  <a:srgbClr val="193F32"/>
                </a:solidFill>
                <a:latin typeface="Arial"/>
                <a:ea typeface="Arial"/>
                <a:cs typeface="Arial"/>
              </a:defRPr>
            </a:lvl8pPr>
            <a:lvl9pPr>
              <a:defRPr sz="1950" b="0">
                <a:solidFill>
                  <a:srgbClr val="193F32"/>
                </a:solidFill>
                <a:latin typeface="Arial"/>
                <a:ea typeface="Arial"/>
                <a:cs typeface="Arial"/>
              </a:defRPr>
            </a:lvl9pPr>
          </a:lstStyle>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Release assets</a:t>
            </a:r>
          </a:p>
        </p:txBody>
      </p:sp>
      <p:sp>
        <p:nvSpPr>
          <p:cNvPr id="8" name="">
            <a:extLst xmlns:a="http://schemas.openxmlformats.org/drawingml/2006/main">
              <a:ext uri="{FF2B5EF4-FFF2-40B4-BE49-F238E27FC236}">
                <a16:creationId xmlns:a16="http://schemas.microsoft.com/office/drawing/2014/main" id="{14690E40-F02A-4F38-9110-AA94F8294EFE}"/>
              </a:ext>
            </a:extLst>
          </p:cNvPr>
          <p:cNvSpPr>
            <a:spLocks xmlns:a="http://schemas.openxmlformats.org/drawingml/2006/main" noGrp="1"/>
          </p:cNvSpPr>
          <p:nvPr/>
        </p:nvSpPr>
        <p:spPr>
          <a:xfrm xmlns:a="http://schemas.openxmlformats.org/drawingml/2006/main">
            <a:off x="6229350" y="22669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416D52"/>
                </a:solidFill>
                <a:latin typeface="Arial"/>
                <a:ea typeface="Arial"/>
                <a:cs typeface="Arial"/>
              </a:defRPr>
            </a:defPPr>
            <a:lvl1pPr>
              <a:defRPr sz="2550" b="1">
                <a:solidFill>
                  <a:srgbClr val="416D52"/>
                </a:solidFill>
                <a:latin typeface="Arial"/>
                <a:ea typeface="Arial"/>
                <a:cs typeface="Arial"/>
              </a:defRPr>
            </a:lvl1pPr>
            <a:lvl2pPr>
              <a:defRPr sz="2550" b="1">
                <a:solidFill>
                  <a:srgbClr val="416D52"/>
                </a:solidFill>
                <a:latin typeface="Arial"/>
                <a:ea typeface="Arial"/>
                <a:cs typeface="Arial"/>
              </a:defRPr>
            </a:lvl2pPr>
            <a:lvl3pPr>
              <a:defRPr sz="2550" b="1">
                <a:solidFill>
                  <a:srgbClr val="416D52"/>
                </a:solidFill>
                <a:latin typeface="Arial"/>
                <a:ea typeface="Arial"/>
                <a:cs typeface="Arial"/>
              </a:defRPr>
            </a:lvl3pPr>
            <a:lvl4pPr>
              <a:defRPr sz="2550" b="1">
                <a:solidFill>
                  <a:srgbClr val="416D52"/>
                </a:solidFill>
                <a:latin typeface="Arial"/>
                <a:ea typeface="Arial"/>
                <a:cs typeface="Arial"/>
              </a:defRPr>
            </a:lvl4pPr>
            <a:lvl5pPr>
              <a:defRPr sz="2550" b="1">
                <a:solidFill>
                  <a:srgbClr val="416D52"/>
                </a:solidFill>
                <a:latin typeface="Arial"/>
                <a:ea typeface="Arial"/>
                <a:cs typeface="Arial"/>
              </a:defRPr>
            </a:lvl5pPr>
            <a:lvl6pPr>
              <a:defRPr sz="2550" b="1">
                <a:solidFill>
                  <a:srgbClr val="416D52"/>
                </a:solidFill>
                <a:latin typeface="Arial"/>
                <a:ea typeface="Arial"/>
                <a:cs typeface="Arial"/>
              </a:defRPr>
            </a:lvl6pPr>
            <a:lvl7pPr>
              <a:defRPr sz="2550" b="1">
                <a:solidFill>
                  <a:srgbClr val="416D52"/>
                </a:solidFill>
                <a:latin typeface="Arial"/>
                <a:ea typeface="Arial"/>
                <a:cs typeface="Arial"/>
              </a:defRPr>
            </a:lvl7pPr>
            <a:lvl8pPr>
              <a:defRPr sz="2550" b="1">
                <a:solidFill>
                  <a:srgbClr val="416D52"/>
                </a:solidFill>
                <a:latin typeface="Arial"/>
                <a:ea typeface="Arial"/>
                <a:cs typeface="Arial"/>
              </a:defRPr>
            </a:lvl8pPr>
            <a:lvl9pPr>
              <a:defRPr sz="2550" b="1">
                <a:solidFill>
                  <a:srgbClr val="416D52"/>
                </a:solidFill>
                <a:latin typeface="Arial"/>
                <a:ea typeface="Arial"/>
                <a:cs typeface="Arial"/>
              </a:defRPr>
            </a:lvl9pPr>
          </a:lstStyle>
          <a:p xmlns:a="http://schemas.openxmlformats.org/drawingml/2006/main">
            <a:pPr>
              <a:defRPr sz="2550" b="1">
                <a:solidFill>
                  <a:srgbClr val="416D52"/>
                </a:solidFill>
                <a:latin typeface="Arial"/>
                <a:ea typeface="Arial"/>
                <a:cs typeface="Arial"/>
              </a:defRPr>
            </a:pPr>
            <a:r>
              <a:rPr sz="2550" b="1">
                <a:solidFill>
                  <a:srgbClr val="416D52"/>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2938E722-D9ED-4778-B525-B891E7AF41BB}"/>
              </a:ext>
            </a:extLst>
          </p:cNvPr>
          <p:cNvSpPr>
            <a:spLocks xmlns:a="http://schemas.openxmlformats.org/drawingml/2006/main" noGrp="1"/>
          </p:cNvSpPr>
          <p:nvPr/>
        </p:nvSpPr>
        <p:spPr>
          <a:xfrm xmlns:a="http://schemas.openxmlformats.org/drawingml/2006/main">
            <a:off x="6229350" y="28765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F32"/>
                </a:solidFill>
                <a:latin typeface="Arial"/>
                <a:ea typeface="Arial"/>
                <a:cs typeface="Arial"/>
              </a:defRPr>
            </a:defPPr>
            <a:lvl1pPr>
              <a:defRPr sz="1950" b="0">
                <a:solidFill>
                  <a:srgbClr val="193F32"/>
                </a:solidFill>
                <a:latin typeface="Arial"/>
                <a:ea typeface="Arial"/>
                <a:cs typeface="Arial"/>
              </a:defRPr>
            </a:lvl1pPr>
            <a:lvl2pPr>
              <a:defRPr sz="1950" b="0">
                <a:solidFill>
                  <a:srgbClr val="193F32"/>
                </a:solidFill>
                <a:latin typeface="Arial"/>
                <a:ea typeface="Arial"/>
                <a:cs typeface="Arial"/>
              </a:defRPr>
            </a:lvl2pPr>
            <a:lvl3pPr>
              <a:defRPr sz="1950" b="0">
                <a:solidFill>
                  <a:srgbClr val="193F32"/>
                </a:solidFill>
                <a:latin typeface="Arial"/>
                <a:ea typeface="Arial"/>
                <a:cs typeface="Arial"/>
              </a:defRPr>
            </a:lvl3pPr>
            <a:lvl4pPr>
              <a:defRPr sz="1950" b="0">
                <a:solidFill>
                  <a:srgbClr val="193F32"/>
                </a:solidFill>
                <a:latin typeface="Arial"/>
                <a:ea typeface="Arial"/>
                <a:cs typeface="Arial"/>
              </a:defRPr>
            </a:lvl4pPr>
            <a:lvl5pPr>
              <a:defRPr sz="1950" b="0">
                <a:solidFill>
                  <a:srgbClr val="193F32"/>
                </a:solidFill>
                <a:latin typeface="Arial"/>
                <a:ea typeface="Arial"/>
                <a:cs typeface="Arial"/>
              </a:defRPr>
            </a:lvl5pPr>
            <a:lvl6pPr>
              <a:defRPr sz="1950" b="0">
                <a:solidFill>
                  <a:srgbClr val="193F32"/>
                </a:solidFill>
                <a:latin typeface="Arial"/>
                <a:ea typeface="Arial"/>
                <a:cs typeface="Arial"/>
              </a:defRPr>
            </a:lvl6pPr>
            <a:lvl7pPr>
              <a:defRPr sz="1950" b="0">
                <a:solidFill>
                  <a:srgbClr val="193F32"/>
                </a:solidFill>
                <a:latin typeface="Arial"/>
                <a:ea typeface="Arial"/>
                <a:cs typeface="Arial"/>
              </a:defRPr>
            </a:lvl7pPr>
            <a:lvl8pPr>
              <a:defRPr sz="1950" b="0">
                <a:solidFill>
                  <a:srgbClr val="193F32"/>
                </a:solidFill>
                <a:latin typeface="Arial"/>
                <a:ea typeface="Arial"/>
                <a:cs typeface="Arial"/>
              </a:defRPr>
            </a:lvl8pPr>
            <a:lvl9pPr>
              <a:defRPr sz="1950" b="0">
                <a:solidFill>
                  <a:srgbClr val="193F32"/>
                </a:solidFill>
                <a:latin typeface="Arial"/>
                <a:ea typeface="Arial"/>
                <a:cs typeface="Arial"/>
              </a:defRPr>
            </a:lvl9pPr>
          </a:lstStyle>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Imports and fixtures</a:t>
            </a:r>
          </a:p>
        </p:txBody>
      </p:sp>
      <p:sp>
        <p:nvSpPr>
          <p:cNvPr id="10" name="">
            <a:extLst xmlns:a="http://schemas.openxmlformats.org/drawingml/2006/main">
              <a:ext uri="{FF2B5EF4-FFF2-40B4-BE49-F238E27FC236}">
                <a16:creationId xmlns:a16="http://schemas.microsoft.com/office/drawing/2014/main" id="{B4814BEC-194B-46B1-98D6-9794687964EA}"/>
              </a:ext>
            </a:extLst>
          </p:cNvPr>
          <p:cNvSpPr>
            <a:spLocks xmlns:a="http://schemas.openxmlformats.org/drawingml/2006/main" noGrp="1"/>
          </p:cNvSpPr>
          <p:nvPr/>
        </p:nvSpPr>
        <p:spPr>
          <a:xfrm xmlns:a="http://schemas.openxmlformats.org/drawingml/2006/main">
            <a:off x="609600" y="39433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416D52"/>
                </a:solidFill>
                <a:latin typeface="Arial"/>
                <a:ea typeface="Arial"/>
                <a:cs typeface="Arial"/>
              </a:defRPr>
            </a:defPPr>
            <a:lvl1pPr>
              <a:defRPr sz="2550" b="1">
                <a:solidFill>
                  <a:srgbClr val="416D52"/>
                </a:solidFill>
                <a:latin typeface="Arial"/>
                <a:ea typeface="Arial"/>
                <a:cs typeface="Arial"/>
              </a:defRPr>
            </a:lvl1pPr>
            <a:lvl2pPr>
              <a:defRPr sz="2550" b="1">
                <a:solidFill>
                  <a:srgbClr val="416D52"/>
                </a:solidFill>
                <a:latin typeface="Arial"/>
                <a:ea typeface="Arial"/>
                <a:cs typeface="Arial"/>
              </a:defRPr>
            </a:lvl2pPr>
            <a:lvl3pPr>
              <a:defRPr sz="2550" b="1">
                <a:solidFill>
                  <a:srgbClr val="416D52"/>
                </a:solidFill>
                <a:latin typeface="Arial"/>
                <a:ea typeface="Arial"/>
                <a:cs typeface="Arial"/>
              </a:defRPr>
            </a:lvl3pPr>
            <a:lvl4pPr>
              <a:defRPr sz="2550" b="1">
                <a:solidFill>
                  <a:srgbClr val="416D52"/>
                </a:solidFill>
                <a:latin typeface="Arial"/>
                <a:ea typeface="Arial"/>
                <a:cs typeface="Arial"/>
              </a:defRPr>
            </a:lvl4pPr>
            <a:lvl5pPr>
              <a:defRPr sz="2550" b="1">
                <a:solidFill>
                  <a:srgbClr val="416D52"/>
                </a:solidFill>
                <a:latin typeface="Arial"/>
                <a:ea typeface="Arial"/>
                <a:cs typeface="Arial"/>
              </a:defRPr>
            </a:lvl5pPr>
            <a:lvl6pPr>
              <a:defRPr sz="2550" b="1">
                <a:solidFill>
                  <a:srgbClr val="416D52"/>
                </a:solidFill>
                <a:latin typeface="Arial"/>
                <a:ea typeface="Arial"/>
                <a:cs typeface="Arial"/>
              </a:defRPr>
            </a:lvl6pPr>
            <a:lvl7pPr>
              <a:defRPr sz="2550" b="1">
                <a:solidFill>
                  <a:srgbClr val="416D52"/>
                </a:solidFill>
                <a:latin typeface="Arial"/>
                <a:ea typeface="Arial"/>
                <a:cs typeface="Arial"/>
              </a:defRPr>
            </a:lvl7pPr>
            <a:lvl8pPr>
              <a:defRPr sz="2550" b="1">
                <a:solidFill>
                  <a:srgbClr val="416D52"/>
                </a:solidFill>
                <a:latin typeface="Arial"/>
                <a:ea typeface="Arial"/>
                <a:cs typeface="Arial"/>
              </a:defRPr>
            </a:lvl8pPr>
            <a:lvl9pPr>
              <a:defRPr sz="2550" b="1">
                <a:solidFill>
                  <a:srgbClr val="416D52"/>
                </a:solidFill>
                <a:latin typeface="Arial"/>
                <a:ea typeface="Arial"/>
                <a:cs typeface="Arial"/>
              </a:defRPr>
            </a:lvl9pPr>
          </a:lstStyle>
          <a:p xmlns:a="http://schemas.openxmlformats.org/drawingml/2006/main">
            <a:pPr>
              <a:defRPr sz="2550" b="1">
                <a:solidFill>
                  <a:srgbClr val="416D52"/>
                </a:solidFill>
                <a:latin typeface="Arial"/>
                <a:ea typeface="Arial"/>
                <a:cs typeface="Arial"/>
              </a:defRPr>
            </a:pPr>
            <a:r>
              <a:rPr sz="2550" b="1">
                <a:solidFill>
                  <a:srgbClr val="416D52"/>
                </a:solidFill>
                <a:latin typeface="Arial"/>
                <a:ea typeface="Arial"/>
                <a:cs typeface="Arial"/>
              </a:rPr>
              <a:t>Reports</a:t>
            </a:r>
          </a:p>
        </p:txBody>
      </p:sp>
      <p:sp>
        <p:nvSpPr>
          <p:cNvPr id="11" name="">
            <a:extLst xmlns:a="http://schemas.openxmlformats.org/drawingml/2006/main">
              <a:ext uri="{FF2B5EF4-FFF2-40B4-BE49-F238E27FC236}">
                <a16:creationId xmlns:a16="http://schemas.microsoft.com/office/drawing/2014/main" id="{DA512F4A-3DE4-43A4-AF52-2488894CBE92}"/>
              </a:ext>
            </a:extLst>
          </p:cNvPr>
          <p:cNvSpPr>
            <a:spLocks xmlns:a="http://schemas.openxmlformats.org/drawingml/2006/main" noGrp="1"/>
          </p:cNvSpPr>
          <p:nvPr/>
        </p:nvSpPr>
        <p:spPr>
          <a:xfrm xmlns:a="http://schemas.openxmlformats.org/drawingml/2006/main">
            <a:off x="609600" y="45529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F32"/>
                </a:solidFill>
                <a:latin typeface="Arial"/>
                <a:ea typeface="Arial"/>
                <a:cs typeface="Arial"/>
              </a:defRPr>
            </a:defPPr>
            <a:lvl1pPr>
              <a:defRPr sz="1950" b="0">
                <a:solidFill>
                  <a:srgbClr val="193F32"/>
                </a:solidFill>
                <a:latin typeface="Arial"/>
                <a:ea typeface="Arial"/>
                <a:cs typeface="Arial"/>
              </a:defRPr>
            </a:lvl1pPr>
            <a:lvl2pPr>
              <a:defRPr sz="1950" b="0">
                <a:solidFill>
                  <a:srgbClr val="193F32"/>
                </a:solidFill>
                <a:latin typeface="Arial"/>
                <a:ea typeface="Arial"/>
                <a:cs typeface="Arial"/>
              </a:defRPr>
            </a:lvl2pPr>
            <a:lvl3pPr>
              <a:defRPr sz="1950" b="0">
                <a:solidFill>
                  <a:srgbClr val="193F32"/>
                </a:solidFill>
                <a:latin typeface="Arial"/>
                <a:ea typeface="Arial"/>
                <a:cs typeface="Arial"/>
              </a:defRPr>
            </a:lvl3pPr>
            <a:lvl4pPr>
              <a:defRPr sz="1950" b="0">
                <a:solidFill>
                  <a:srgbClr val="193F32"/>
                </a:solidFill>
                <a:latin typeface="Arial"/>
                <a:ea typeface="Arial"/>
                <a:cs typeface="Arial"/>
              </a:defRPr>
            </a:lvl4pPr>
            <a:lvl5pPr>
              <a:defRPr sz="1950" b="0">
                <a:solidFill>
                  <a:srgbClr val="193F32"/>
                </a:solidFill>
                <a:latin typeface="Arial"/>
                <a:ea typeface="Arial"/>
                <a:cs typeface="Arial"/>
              </a:defRPr>
            </a:lvl5pPr>
            <a:lvl6pPr>
              <a:defRPr sz="1950" b="0">
                <a:solidFill>
                  <a:srgbClr val="193F32"/>
                </a:solidFill>
                <a:latin typeface="Arial"/>
                <a:ea typeface="Arial"/>
                <a:cs typeface="Arial"/>
              </a:defRPr>
            </a:lvl6pPr>
            <a:lvl7pPr>
              <a:defRPr sz="1950" b="0">
                <a:solidFill>
                  <a:srgbClr val="193F32"/>
                </a:solidFill>
                <a:latin typeface="Arial"/>
                <a:ea typeface="Arial"/>
                <a:cs typeface="Arial"/>
              </a:defRPr>
            </a:lvl7pPr>
            <a:lvl8pPr>
              <a:defRPr sz="1950" b="0">
                <a:solidFill>
                  <a:srgbClr val="193F32"/>
                </a:solidFill>
                <a:latin typeface="Arial"/>
                <a:ea typeface="Arial"/>
                <a:cs typeface="Arial"/>
              </a:defRPr>
            </a:lvl8pPr>
            <a:lvl9pPr>
              <a:defRPr sz="1950" b="0">
                <a:solidFill>
                  <a:srgbClr val="193F32"/>
                </a:solidFill>
                <a:latin typeface="Arial"/>
                <a:ea typeface="Arial"/>
                <a:cs typeface="Arial"/>
              </a:defRPr>
            </a:lvl9pPr>
          </a:lstStyle>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Owner-bound downloads</a:t>
            </a:r>
          </a:p>
        </p:txBody>
      </p:sp>
      <p:sp>
        <p:nvSpPr>
          <p:cNvPr id="12" name="">
            <a:extLst xmlns:a="http://schemas.openxmlformats.org/drawingml/2006/main">
              <a:ext uri="{FF2B5EF4-FFF2-40B4-BE49-F238E27FC236}">
                <a16:creationId xmlns:a16="http://schemas.microsoft.com/office/drawing/2014/main" id="{BF5A2C47-E639-4BB9-B1D7-39698485AF52}"/>
              </a:ext>
            </a:extLst>
          </p:cNvPr>
          <p:cNvSpPr>
            <a:spLocks xmlns:a="http://schemas.openxmlformats.org/drawingml/2006/main" noGrp="1"/>
          </p:cNvSpPr>
          <p:nvPr/>
        </p:nvSpPr>
        <p:spPr>
          <a:xfrm xmlns:a="http://schemas.openxmlformats.org/drawingml/2006/main">
            <a:off x="6229350" y="39433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416D52"/>
                </a:solidFill>
                <a:latin typeface="Arial"/>
                <a:ea typeface="Arial"/>
                <a:cs typeface="Arial"/>
              </a:defRPr>
            </a:defPPr>
            <a:lvl1pPr>
              <a:defRPr sz="2550" b="1">
                <a:solidFill>
                  <a:srgbClr val="416D52"/>
                </a:solidFill>
                <a:latin typeface="Arial"/>
                <a:ea typeface="Arial"/>
                <a:cs typeface="Arial"/>
              </a:defRPr>
            </a:lvl1pPr>
            <a:lvl2pPr>
              <a:defRPr sz="2550" b="1">
                <a:solidFill>
                  <a:srgbClr val="416D52"/>
                </a:solidFill>
                <a:latin typeface="Arial"/>
                <a:ea typeface="Arial"/>
                <a:cs typeface="Arial"/>
              </a:defRPr>
            </a:lvl2pPr>
            <a:lvl3pPr>
              <a:defRPr sz="2550" b="1">
                <a:solidFill>
                  <a:srgbClr val="416D52"/>
                </a:solidFill>
                <a:latin typeface="Arial"/>
                <a:ea typeface="Arial"/>
                <a:cs typeface="Arial"/>
              </a:defRPr>
            </a:lvl3pPr>
            <a:lvl4pPr>
              <a:defRPr sz="2550" b="1">
                <a:solidFill>
                  <a:srgbClr val="416D52"/>
                </a:solidFill>
                <a:latin typeface="Arial"/>
                <a:ea typeface="Arial"/>
                <a:cs typeface="Arial"/>
              </a:defRPr>
            </a:lvl4pPr>
            <a:lvl5pPr>
              <a:defRPr sz="2550" b="1">
                <a:solidFill>
                  <a:srgbClr val="416D52"/>
                </a:solidFill>
                <a:latin typeface="Arial"/>
                <a:ea typeface="Arial"/>
                <a:cs typeface="Arial"/>
              </a:defRPr>
            </a:lvl5pPr>
            <a:lvl6pPr>
              <a:defRPr sz="2550" b="1">
                <a:solidFill>
                  <a:srgbClr val="416D52"/>
                </a:solidFill>
                <a:latin typeface="Arial"/>
                <a:ea typeface="Arial"/>
                <a:cs typeface="Arial"/>
              </a:defRPr>
            </a:lvl6pPr>
            <a:lvl7pPr>
              <a:defRPr sz="2550" b="1">
                <a:solidFill>
                  <a:srgbClr val="416D52"/>
                </a:solidFill>
                <a:latin typeface="Arial"/>
                <a:ea typeface="Arial"/>
                <a:cs typeface="Arial"/>
              </a:defRPr>
            </a:lvl7pPr>
            <a:lvl8pPr>
              <a:defRPr sz="2550" b="1">
                <a:solidFill>
                  <a:srgbClr val="416D52"/>
                </a:solidFill>
                <a:latin typeface="Arial"/>
                <a:ea typeface="Arial"/>
                <a:cs typeface="Arial"/>
              </a:defRPr>
            </a:lvl8pPr>
            <a:lvl9pPr>
              <a:defRPr sz="2550" b="1">
                <a:solidFill>
                  <a:srgbClr val="416D52"/>
                </a:solidFill>
                <a:latin typeface="Arial"/>
                <a:ea typeface="Arial"/>
                <a:cs typeface="Arial"/>
              </a:defRPr>
            </a:lvl9pPr>
          </a:lstStyle>
          <a:p xmlns:a="http://schemas.openxmlformats.org/drawingml/2006/main">
            <a:pPr>
              <a:defRPr sz="2550" b="1">
                <a:solidFill>
                  <a:srgbClr val="416D52"/>
                </a:solidFill>
                <a:latin typeface="Arial"/>
                <a:ea typeface="Arial"/>
                <a:cs typeface="Arial"/>
              </a:defRPr>
            </a:pPr>
            <a:r>
              <a:rPr sz="2550" b="1">
                <a:solidFill>
                  <a:srgbClr val="416D52"/>
                </a:solidFill>
                <a:latin typeface="Arial"/>
                <a:ea typeface="Arial"/>
                <a:cs typeface="Arial"/>
              </a:rPr>
              <a:t>Audit</a:t>
            </a:r>
          </a:p>
        </p:txBody>
      </p:sp>
      <p:sp>
        <p:nvSpPr>
          <p:cNvPr id="13" name="">
            <a:extLst xmlns:a="http://schemas.openxmlformats.org/drawingml/2006/main">
              <a:ext uri="{FF2B5EF4-FFF2-40B4-BE49-F238E27FC236}">
                <a16:creationId xmlns:a16="http://schemas.microsoft.com/office/drawing/2014/main" id="{368AF3A2-D223-477C-961C-894D20915D2A}"/>
              </a:ext>
            </a:extLst>
          </p:cNvPr>
          <p:cNvSpPr>
            <a:spLocks xmlns:a="http://schemas.openxmlformats.org/drawingml/2006/main" noGrp="1"/>
          </p:cNvSpPr>
          <p:nvPr/>
        </p:nvSpPr>
        <p:spPr>
          <a:xfrm xmlns:a="http://schemas.openxmlformats.org/drawingml/2006/main">
            <a:off x="6229350" y="45529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F32"/>
                </a:solidFill>
                <a:latin typeface="Arial"/>
                <a:ea typeface="Arial"/>
                <a:cs typeface="Arial"/>
              </a:defRPr>
            </a:defPPr>
            <a:lvl1pPr>
              <a:defRPr sz="1950" b="0">
                <a:solidFill>
                  <a:srgbClr val="193F32"/>
                </a:solidFill>
                <a:latin typeface="Arial"/>
                <a:ea typeface="Arial"/>
                <a:cs typeface="Arial"/>
              </a:defRPr>
            </a:lvl1pPr>
            <a:lvl2pPr>
              <a:defRPr sz="1950" b="0">
                <a:solidFill>
                  <a:srgbClr val="193F32"/>
                </a:solidFill>
                <a:latin typeface="Arial"/>
                <a:ea typeface="Arial"/>
                <a:cs typeface="Arial"/>
              </a:defRPr>
            </a:lvl2pPr>
            <a:lvl3pPr>
              <a:defRPr sz="1950" b="0">
                <a:solidFill>
                  <a:srgbClr val="193F32"/>
                </a:solidFill>
                <a:latin typeface="Arial"/>
                <a:ea typeface="Arial"/>
                <a:cs typeface="Arial"/>
              </a:defRPr>
            </a:lvl3pPr>
            <a:lvl4pPr>
              <a:defRPr sz="1950" b="0">
                <a:solidFill>
                  <a:srgbClr val="193F32"/>
                </a:solidFill>
                <a:latin typeface="Arial"/>
                <a:ea typeface="Arial"/>
                <a:cs typeface="Arial"/>
              </a:defRPr>
            </a:lvl4pPr>
            <a:lvl5pPr>
              <a:defRPr sz="1950" b="0">
                <a:solidFill>
                  <a:srgbClr val="193F32"/>
                </a:solidFill>
                <a:latin typeface="Arial"/>
                <a:ea typeface="Arial"/>
                <a:cs typeface="Arial"/>
              </a:defRPr>
            </a:lvl5pPr>
            <a:lvl6pPr>
              <a:defRPr sz="1950" b="0">
                <a:solidFill>
                  <a:srgbClr val="193F32"/>
                </a:solidFill>
                <a:latin typeface="Arial"/>
                <a:ea typeface="Arial"/>
                <a:cs typeface="Arial"/>
              </a:defRPr>
            </a:lvl6pPr>
            <a:lvl7pPr>
              <a:defRPr sz="1950" b="0">
                <a:solidFill>
                  <a:srgbClr val="193F32"/>
                </a:solidFill>
                <a:latin typeface="Arial"/>
                <a:ea typeface="Arial"/>
                <a:cs typeface="Arial"/>
              </a:defRPr>
            </a:lvl7pPr>
            <a:lvl8pPr>
              <a:defRPr sz="1950" b="0">
                <a:solidFill>
                  <a:srgbClr val="193F32"/>
                </a:solidFill>
                <a:latin typeface="Arial"/>
                <a:ea typeface="Arial"/>
                <a:cs typeface="Arial"/>
              </a:defRPr>
            </a:lvl8pPr>
            <a:lvl9pPr>
              <a:defRPr sz="1950" b="0">
                <a:solidFill>
                  <a:srgbClr val="193F32"/>
                </a:solidFill>
                <a:latin typeface="Arial"/>
                <a:ea typeface="Arial"/>
                <a:cs typeface="Arial"/>
              </a:defRPr>
            </a:lvl9pPr>
          </a:lstStyle>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CloudTrail objects and digests</a:t>
            </a:r>
          </a:p>
        </p:txBody>
      </p:sp>
      <p:sp>
        <p:nvSpPr>
          <p:cNvPr id="14" name="">
            <a:extLst xmlns:a="http://schemas.openxmlformats.org/drawingml/2006/main">
              <a:ext uri="{FF2B5EF4-FFF2-40B4-BE49-F238E27FC236}">
                <a16:creationId xmlns:a16="http://schemas.microsoft.com/office/drawing/2014/main" id="{3BFA50AA-1EDF-49E3-8037-DB24C7DD7832}"/>
              </a:ext>
            </a:extLst>
          </p:cNvPr>
          <p:cNvSpPr>
            <a:spLocks xmlns:a="http://schemas.openxmlformats.org/drawingml/2006/main" noGrp="1"/>
          </p:cNvSpPr>
          <p:nvPr/>
        </p:nvSpPr>
        <p:spPr>
          <a:xfrm xmlns:a="http://schemas.openxmlformats.org/drawingml/2006/main">
            <a:off x="609600" y="57150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B6B60"/>
                </a:solidFill>
                <a:latin typeface="Arial"/>
                <a:ea typeface="Arial"/>
                <a:cs typeface="Arial"/>
              </a:defRPr>
            </a:defPPr>
            <a:lvl1pPr>
              <a:defRPr sz="1575" b="0">
                <a:solidFill>
                  <a:srgbClr val="5B6B60"/>
                </a:solidFill>
                <a:latin typeface="Arial"/>
                <a:ea typeface="Arial"/>
                <a:cs typeface="Arial"/>
              </a:defRPr>
            </a:lvl1pPr>
            <a:lvl2pPr>
              <a:defRPr sz="1575" b="0">
                <a:solidFill>
                  <a:srgbClr val="5B6B60"/>
                </a:solidFill>
                <a:latin typeface="Arial"/>
                <a:ea typeface="Arial"/>
                <a:cs typeface="Arial"/>
              </a:defRPr>
            </a:lvl2pPr>
            <a:lvl3pPr>
              <a:defRPr sz="1575" b="0">
                <a:solidFill>
                  <a:srgbClr val="5B6B60"/>
                </a:solidFill>
                <a:latin typeface="Arial"/>
                <a:ea typeface="Arial"/>
                <a:cs typeface="Arial"/>
              </a:defRPr>
            </a:lvl3pPr>
            <a:lvl4pPr>
              <a:defRPr sz="1575" b="0">
                <a:solidFill>
                  <a:srgbClr val="5B6B60"/>
                </a:solidFill>
                <a:latin typeface="Arial"/>
                <a:ea typeface="Arial"/>
                <a:cs typeface="Arial"/>
              </a:defRPr>
            </a:lvl4pPr>
            <a:lvl5pPr>
              <a:defRPr sz="1575" b="0">
                <a:solidFill>
                  <a:srgbClr val="5B6B60"/>
                </a:solidFill>
                <a:latin typeface="Arial"/>
                <a:ea typeface="Arial"/>
                <a:cs typeface="Arial"/>
              </a:defRPr>
            </a:lvl5pPr>
            <a:lvl6pPr>
              <a:defRPr sz="1575" b="0">
                <a:solidFill>
                  <a:srgbClr val="5B6B60"/>
                </a:solidFill>
                <a:latin typeface="Arial"/>
                <a:ea typeface="Arial"/>
                <a:cs typeface="Arial"/>
              </a:defRPr>
            </a:lvl6pPr>
            <a:lvl7pPr>
              <a:defRPr sz="1575" b="0">
                <a:solidFill>
                  <a:srgbClr val="5B6B60"/>
                </a:solidFill>
                <a:latin typeface="Arial"/>
                <a:ea typeface="Arial"/>
                <a:cs typeface="Arial"/>
              </a:defRPr>
            </a:lvl7pPr>
            <a:lvl8pPr>
              <a:defRPr sz="1575" b="0">
                <a:solidFill>
                  <a:srgbClr val="5B6B60"/>
                </a:solidFill>
                <a:latin typeface="Arial"/>
                <a:ea typeface="Arial"/>
                <a:cs typeface="Arial"/>
              </a:defRPr>
            </a:lvl8pPr>
            <a:lvl9pPr>
              <a:defRPr sz="1575" b="0">
                <a:solidFill>
                  <a:srgbClr val="5B6B60"/>
                </a:solidFill>
                <a:latin typeface="Arial"/>
                <a:ea typeface="Arial"/>
                <a:cs typeface="Arial"/>
              </a:defRPr>
            </a:lvl9pPr>
          </a:lstStyle>
          <a:p xmlns:a="http://schemas.openxmlformats.org/drawingml/2006/main">
            <a:pPr>
              <a:defRPr sz="1575" b="0">
                <a:solidFill>
                  <a:srgbClr val="5B6B60"/>
                </a:solidFill>
                <a:latin typeface="Arial"/>
                <a:ea typeface="Arial"/>
                <a:cs typeface="Arial"/>
              </a:defRPr>
            </a:pPr>
            <a:r>
              <a:rPr sz="1575" b="0">
                <a:solidFill>
                  <a:srgbClr val="5B6B60"/>
                </a:solidFill>
                <a:latin typeface="Arial"/>
                <a:ea typeface="Arial"/>
                <a:cs typeface="Arial"/>
              </a:rPr>
              <a:t>Private · versioned · TLS required · scoped readers and writers</a:t>
            </a:r>
          </a:p>
        </p:txBody>
      </p:sp>
    </p:spTree>
    <p:extLst>
      <p:ext uri="{BB962C8B-B14F-4D97-AF65-F5344CB8AC3E}">
        <p14:creationId xmlns:p14="http://schemas.microsoft.com/office/powerpoint/2010/main" val="1654407937"/>
      </p:ext>
    </p:extLst>
  </p:cSld>
</p:sld>
</file>

<file path=ppt/slides/slide7.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37F743-C68C-4A48-BE7B-3CCA7B312D53}"/>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AI WITH OPERATOR CONTROL</a:t>
            </a:r>
          </a:p>
        </p:txBody>
      </p:sp>
      <p:sp>
        <p:nvSpPr>
          <p:cNvPr id="2" name="">
            <a:extLst xmlns:a="http://schemas.openxmlformats.org/drawingml/2006/main">
              <a:ext uri="{FF2B5EF4-FFF2-40B4-BE49-F238E27FC236}">
                <a16:creationId xmlns:a16="http://schemas.microsoft.com/office/drawing/2014/main" id="{A217FDD4-0D82-41FC-9EC3-6DEAB0BEE230}"/>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Explain the result. Review the draft.</a:t>
            </a:r>
          </a:p>
        </p:txBody>
      </p:sp>
      <p:sp>
        <p:nvSpPr>
          <p:cNvPr id="3" name="">
            <a:extLst xmlns:a="http://schemas.openxmlformats.org/drawingml/2006/main">
              <a:ext uri="{FF2B5EF4-FFF2-40B4-BE49-F238E27FC236}">
                <a16:creationId xmlns:a16="http://schemas.microsoft.com/office/drawing/2014/main" id="{4E50B666-5E17-4296-ABE2-E51432E31DA1}"/>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5EF3DF-2A8F-4DA1-AFB9-528288115B76}"/>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EDA72EAF-1360-4E94-B467-DB15A91216D7}"/>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F00A91CA-08CC-4365-B399-8A1FDD4D0F09}"/>
              </a:ext>
            </a:extLst>
          </p:cNvPr>
          <p:cNvSpPr>
            <a:spLocks xmlns:a="http://schemas.openxmlformats.org/drawingml/2006/main" noGrp="1"/>
          </p:cNvSpPr>
          <p:nvPr/>
        </p:nvSpPr>
        <p:spPr>
          <a:xfrm xmlns:a="http://schemas.openxmlformats.org/drawingml/2006/main">
            <a:off x="609600" y="2333625"/>
            <a:ext cx="2857500" cy="95250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F8481F-78A5-45D6-845A-846DB9DC9258}"/>
              </a:ext>
            </a:extLst>
          </p:cNvPr>
          <p:cNvSpPr>
            <a:spLocks xmlns:a="http://schemas.openxmlformats.org/drawingml/2006/main" noGrp="1"/>
          </p:cNvSpPr>
          <p:nvPr/>
        </p:nvSpPr>
        <p:spPr>
          <a:xfrm xmlns:a="http://schemas.openxmlformats.org/drawingml/2006/main">
            <a:off x="762000" y="2476500"/>
            <a:ext cx="2552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Saved calculated facts</a:t>
            </a:r>
          </a:p>
        </p:txBody>
      </p:sp>
      <p:sp>
        <p:nvSpPr>
          <p:cNvPr id="8" name="">
            <a:extLst xmlns:a="http://schemas.openxmlformats.org/drawingml/2006/main">
              <a:ext uri="{FF2B5EF4-FFF2-40B4-BE49-F238E27FC236}">
                <a16:creationId xmlns:a16="http://schemas.microsoft.com/office/drawing/2014/main" id="{F72E7A70-A3A0-4B5C-9EA5-B67ABD570578}"/>
              </a:ext>
            </a:extLst>
          </p:cNvPr>
          <p:cNvSpPr>
            <a:spLocks xmlns:a="http://schemas.openxmlformats.org/drawingml/2006/main" noGrp="1"/>
          </p:cNvSpPr>
          <p:nvPr/>
        </p:nvSpPr>
        <p:spPr>
          <a:xfrm xmlns:a="http://schemas.openxmlformats.org/drawingml/2006/main">
            <a:off x="3648075" y="2695575"/>
            <a:ext cx="428625"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4EF14D-C34F-4695-86EB-DBED3B09D8C3}"/>
              </a:ext>
            </a:extLst>
          </p:cNvPr>
          <p:cNvSpPr>
            <a:spLocks xmlns:a="http://schemas.openxmlformats.org/drawingml/2006/main" noGrp="1"/>
          </p:cNvSpPr>
          <p:nvPr/>
        </p:nvSpPr>
        <p:spPr>
          <a:xfrm xmlns:a="http://schemas.openxmlformats.org/drawingml/2006/main">
            <a:off x="4286250" y="2333625"/>
            <a:ext cx="3143250" cy="95250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DD8329D-CAF7-436E-8D5E-1F11CCF0CD4D}"/>
              </a:ext>
            </a:extLst>
          </p:cNvPr>
          <p:cNvSpPr>
            <a:spLocks xmlns:a="http://schemas.openxmlformats.org/drawingml/2006/main" noGrp="1"/>
          </p:cNvSpPr>
          <p:nvPr/>
        </p:nvSpPr>
        <p:spPr>
          <a:xfrm xmlns:a="http://schemas.openxmlformats.org/drawingml/2006/main">
            <a:off x="4438650" y="2476500"/>
            <a:ext cx="2838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Validated AI response</a:t>
            </a:r>
          </a:p>
        </p:txBody>
      </p:sp>
      <p:sp>
        <p:nvSpPr>
          <p:cNvPr id="11" name="">
            <a:extLst xmlns:a="http://schemas.openxmlformats.org/drawingml/2006/main">
              <a:ext uri="{FF2B5EF4-FFF2-40B4-BE49-F238E27FC236}">
                <a16:creationId xmlns:a16="http://schemas.microsoft.com/office/drawing/2014/main" id="{EFB687E1-1C3F-412E-BD23-A4C9429EAB7B}"/>
              </a:ext>
            </a:extLst>
          </p:cNvPr>
          <p:cNvSpPr>
            <a:spLocks xmlns:a="http://schemas.openxmlformats.org/drawingml/2006/main" noGrp="1"/>
          </p:cNvSpPr>
          <p:nvPr/>
        </p:nvSpPr>
        <p:spPr>
          <a:xfrm xmlns:a="http://schemas.openxmlformats.org/drawingml/2006/main">
            <a:off x="7620000" y="2695575"/>
            <a:ext cx="428625" cy="209550"/>
          </a:xfrm>
          <a:prstGeom xmlns:a="http://schemas.openxmlformats.org/drawingml/2006/main" prst="rightArrow">
            <a:avLst/>
          </a:prstGeom>
          <a:solidFill xmlns:a="http://schemas.openxmlformats.org/drawingml/2006/main">
            <a:srgbClr val="416D5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1B19F03-FFD3-4114-8875-596A3607839F}"/>
              </a:ext>
            </a:extLst>
          </p:cNvPr>
          <p:cNvSpPr>
            <a:spLocks xmlns:a="http://schemas.openxmlformats.org/drawingml/2006/main" noGrp="1"/>
          </p:cNvSpPr>
          <p:nvPr/>
        </p:nvSpPr>
        <p:spPr>
          <a:xfrm xmlns:a="http://schemas.openxmlformats.org/drawingml/2006/main">
            <a:off x="8248650" y="2333625"/>
            <a:ext cx="3333750" cy="952500"/>
          </a:xfrm>
          <a:prstGeom xmlns:a="http://schemas.openxmlformats.org/drawingml/2006/main" prst="rect">
            <a:avLst/>
          </a:prstGeom>
          <a:solidFill xmlns:a="http://schemas.openxmlformats.org/drawingml/2006/main">
            <a:srgbClr val="E3EA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80D4921-7B71-4D1C-A2D1-E2C0AB886D4A}"/>
              </a:ext>
            </a:extLst>
          </p:cNvPr>
          <p:cNvSpPr>
            <a:spLocks xmlns:a="http://schemas.openxmlformats.org/drawingml/2006/main" noGrp="1"/>
          </p:cNvSpPr>
          <p:nvPr/>
        </p:nvSpPr>
        <p:spPr>
          <a:xfrm xmlns:a="http://schemas.openxmlformats.org/drawingml/2006/main">
            <a:off x="8401050" y="2476500"/>
            <a:ext cx="3028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93F32"/>
                </a:solidFill>
                <a:latin typeface="Arial"/>
                <a:ea typeface="Arial"/>
                <a:cs typeface="Arial"/>
              </a:defRPr>
            </a:defPPr>
            <a:lvl1pPr>
              <a:defRPr sz="1575" b="1">
                <a:solidFill>
                  <a:srgbClr val="193F32"/>
                </a:solidFill>
                <a:latin typeface="Arial"/>
                <a:ea typeface="Arial"/>
                <a:cs typeface="Arial"/>
              </a:defRPr>
            </a:lvl1pPr>
            <a:lvl2pPr>
              <a:defRPr sz="1575" b="1">
                <a:solidFill>
                  <a:srgbClr val="193F32"/>
                </a:solidFill>
                <a:latin typeface="Arial"/>
                <a:ea typeface="Arial"/>
                <a:cs typeface="Arial"/>
              </a:defRPr>
            </a:lvl2pPr>
            <a:lvl3pPr>
              <a:defRPr sz="1575" b="1">
                <a:solidFill>
                  <a:srgbClr val="193F32"/>
                </a:solidFill>
                <a:latin typeface="Arial"/>
                <a:ea typeface="Arial"/>
                <a:cs typeface="Arial"/>
              </a:defRPr>
            </a:lvl3pPr>
            <a:lvl4pPr>
              <a:defRPr sz="1575" b="1">
                <a:solidFill>
                  <a:srgbClr val="193F32"/>
                </a:solidFill>
                <a:latin typeface="Arial"/>
                <a:ea typeface="Arial"/>
                <a:cs typeface="Arial"/>
              </a:defRPr>
            </a:lvl4pPr>
            <a:lvl5pPr>
              <a:defRPr sz="1575" b="1">
                <a:solidFill>
                  <a:srgbClr val="193F32"/>
                </a:solidFill>
                <a:latin typeface="Arial"/>
                <a:ea typeface="Arial"/>
                <a:cs typeface="Arial"/>
              </a:defRPr>
            </a:lvl5pPr>
            <a:lvl6pPr>
              <a:defRPr sz="1575" b="1">
                <a:solidFill>
                  <a:srgbClr val="193F32"/>
                </a:solidFill>
                <a:latin typeface="Arial"/>
                <a:ea typeface="Arial"/>
                <a:cs typeface="Arial"/>
              </a:defRPr>
            </a:lvl6pPr>
            <a:lvl7pPr>
              <a:defRPr sz="1575" b="1">
                <a:solidFill>
                  <a:srgbClr val="193F32"/>
                </a:solidFill>
                <a:latin typeface="Arial"/>
                <a:ea typeface="Arial"/>
                <a:cs typeface="Arial"/>
              </a:defRPr>
            </a:lvl7pPr>
            <a:lvl8pPr>
              <a:defRPr sz="1575" b="1">
                <a:solidFill>
                  <a:srgbClr val="193F32"/>
                </a:solidFill>
                <a:latin typeface="Arial"/>
                <a:ea typeface="Arial"/>
                <a:cs typeface="Arial"/>
              </a:defRPr>
            </a:lvl8pPr>
            <a:lvl9pPr>
              <a:defRPr sz="1575" b="1">
                <a:solidFill>
                  <a:srgbClr val="193F32"/>
                </a:solidFill>
                <a:latin typeface="Arial"/>
                <a:ea typeface="Arial"/>
                <a:cs typeface="Arial"/>
              </a:defRPr>
            </a:lvl9pPr>
          </a:lstStyle>
          <a:p xmlns:a="http://schemas.openxmlformats.org/drawingml/2006/main">
            <a:pPr>
              <a:defRPr sz="1575" b="1">
                <a:solidFill>
                  <a:srgbClr val="193F32"/>
                </a:solidFill>
                <a:latin typeface="Arial"/>
                <a:ea typeface="Arial"/>
                <a:cs typeface="Arial"/>
              </a:defRPr>
            </a:pPr>
            <a:r>
              <a:rPr sz="1575" b="1">
                <a:solidFill>
                  <a:srgbClr val="193F32"/>
                </a:solidFill>
                <a:latin typeface="Arial"/>
                <a:ea typeface="Arial"/>
                <a:cs typeface="Arial"/>
              </a:rPr>
              <a:t>Operator review</a:t>
            </a:r>
          </a:p>
        </p:txBody>
      </p:sp>
      <p:sp>
        <p:nvSpPr>
          <p:cNvPr id="14" name="">
            <a:extLst xmlns:a="http://schemas.openxmlformats.org/drawingml/2006/main">
              <a:ext uri="{FF2B5EF4-FFF2-40B4-BE49-F238E27FC236}">
                <a16:creationId xmlns:a16="http://schemas.microsoft.com/office/drawing/2014/main" id="{806171C4-A528-4F5C-9183-8FAA8AB05954}"/>
              </a:ext>
            </a:extLst>
          </p:cNvPr>
          <p:cNvSpPr>
            <a:spLocks xmlns:a="http://schemas.openxmlformats.org/drawingml/2006/main" noGrp="1"/>
          </p:cNvSpPr>
          <p:nvPr/>
        </p:nvSpPr>
        <p:spPr>
          <a:xfrm xmlns:a="http://schemas.openxmlformats.org/drawingml/2006/main">
            <a:off x="609600" y="4105275"/>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416D52"/>
                </a:solidFill>
                <a:latin typeface="Arial"/>
                <a:ea typeface="Arial"/>
                <a:cs typeface="Arial"/>
              </a:defRPr>
            </a:defPPr>
            <a:lvl1pPr>
              <a:defRPr sz="2250" b="1">
                <a:solidFill>
                  <a:srgbClr val="416D52"/>
                </a:solidFill>
                <a:latin typeface="Arial"/>
                <a:ea typeface="Arial"/>
                <a:cs typeface="Arial"/>
              </a:defRPr>
            </a:lvl1pPr>
            <a:lvl2pPr>
              <a:defRPr sz="2250" b="1">
                <a:solidFill>
                  <a:srgbClr val="416D52"/>
                </a:solidFill>
                <a:latin typeface="Arial"/>
                <a:ea typeface="Arial"/>
                <a:cs typeface="Arial"/>
              </a:defRPr>
            </a:lvl2pPr>
            <a:lvl3pPr>
              <a:defRPr sz="2250" b="1">
                <a:solidFill>
                  <a:srgbClr val="416D52"/>
                </a:solidFill>
                <a:latin typeface="Arial"/>
                <a:ea typeface="Arial"/>
                <a:cs typeface="Arial"/>
              </a:defRPr>
            </a:lvl3pPr>
            <a:lvl4pPr>
              <a:defRPr sz="2250" b="1">
                <a:solidFill>
                  <a:srgbClr val="416D52"/>
                </a:solidFill>
                <a:latin typeface="Arial"/>
                <a:ea typeface="Arial"/>
                <a:cs typeface="Arial"/>
              </a:defRPr>
            </a:lvl4pPr>
            <a:lvl5pPr>
              <a:defRPr sz="2250" b="1">
                <a:solidFill>
                  <a:srgbClr val="416D52"/>
                </a:solidFill>
                <a:latin typeface="Arial"/>
                <a:ea typeface="Arial"/>
                <a:cs typeface="Arial"/>
              </a:defRPr>
            </a:lvl5pPr>
            <a:lvl6pPr>
              <a:defRPr sz="2250" b="1">
                <a:solidFill>
                  <a:srgbClr val="416D52"/>
                </a:solidFill>
                <a:latin typeface="Arial"/>
                <a:ea typeface="Arial"/>
                <a:cs typeface="Arial"/>
              </a:defRPr>
            </a:lvl6pPr>
            <a:lvl7pPr>
              <a:defRPr sz="2250" b="1">
                <a:solidFill>
                  <a:srgbClr val="416D52"/>
                </a:solidFill>
                <a:latin typeface="Arial"/>
                <a:ea typeface="Arial"/>
                <a:cs typeface="Arial"/>
              </a:defRPr>
            </a:lvl7pPr>
            <a:lvl8pPr>
              <a:defRPr sz="2250" b="1">
                <a:solidFill>
                  <a:srgbClr val="416D52"/>
                </a:solidFill>
                <a:latin typeface="Arial"/>
                <a:ea typeface="Arial"/>
                <a:cs typeface="Arial"/>
              </a:defRPr>
            </a:lvl8pPr>
            <a:lvl9pPr>
              <a:defRPr sz="2250" b="1">
                <a:solidFill>
                  <a:srgbClr val="416D52"/>
                </a:solidFill>
                <a:latin typeface="Arial"/>
                <a:ea typeface="Arial"/>
                <a:cs typeface="Arial"/>
              </a:defRPr>
            </a:lvl9pPr>
          </a:lstStyle>
          <a:p xmlns:a="http://schemas.openxmlformats.org/drawingml/2006/main">
            <a:pPr>
              <a:defRPr sz="2250" b="1">
                <a:solidFill>
                  <a:srgbClr val="416D52"/>
                </a:solidFill>
                <a:latin typeface="Arial"/>
                <a:ea typeface="Arial"/>
                <a:cs typeface="Arial"/>
              </a:defRPr>
            </a:pPr>
            <a:r>
              <a:rPr sz="2250" b="1">
                <a:solidFill>
                  <a:srgbClr val="416D52"/>
                </a:solidFill>
                <a:latin typeface="Arial"/>
                <a:ea typeface="Arial"/>
                <a:cs typeface="Arial"/>
              </a:rPr>
              <a:t>Bounded requests</a:t>
            </a:r>
          </a:p>
        </p:txBody>
      </p:sp>
      <p:sp>
        <p:nvSpPr>
          <p:cNvPr id="15" name="">
            <a:extLst xmlns:a="http://schemas.openxmlformats.org/drawingml/2006/main">
              <a:ext uri="{FF2B5EF4-FFF2-40B4-BE49-F238E27FC236}">
                <a16:creationId xmlns:a16="http://schemas.microsoft.com/office/drawing/2014/main" id="{7F73E33E-30F3-4D08-84C8-85BAFA4845CA}"/>
              </a:ext>
            </a:extLst>
          </p:cNvPr>
          <p:cNvSpPr>
            <a:spLocks xmlns:a="http://schemas.openxmlformats.org/drawingml/2006/main" noGrp="1"/>
          </p:cNvSpPr>
          <p:nvPr/>
        </p:nvSpPr>
        <p:spPr>
          <a:xfrm xmlns:a="http://schemas.openxmlformats.org/drawingml/2006/main">
            <a:off x="609600" y="4686300"/>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F32"/>
                </a:solidFill>
                <a:latin typeface="Arial"/>
                <a:ea typeface="Arial"/>
                <a:cs typeface="Arial"/>
              </a:defRPr>
            </a:defPPr>
            <a:lvl1pPr>
              <a:defRPr sz="1875" b="0">
                <a:solidFill>
                  <a:srgbClr val="193F32"/>
                </a:solidFill>
                <a:latin typeface="Arial"/>
                <a:ea typeface="Arial"/>
                <a:cs typeface="Arial"/>
              </a:defRPr>
            </a:lvl1pPr>
            <a:lvl2pPr>
              <a:defRPr sz="1875" b="0">
                <a:solidFill>
                  <a:srgbClr val="193F32"/>
                </a:solidFill>
                <a:latin typeface="Arial"/>
                <a:ea typeface="Arial"/>
                <a:cs typeface="Arial"/>
              </a:defRPr>
            </a:lvl2pPr>
            <a:lvl3pPr>
              <a:defRPr sz="1875" b="0">
                <a:solidFill>
                  <a:srgbClr val="193F32"/>
                </a:solidFill>
                <a:latin typeface="Arial"/>
                <a:ea typeface="Arial"/>
                <a:cs typeface="Arial"/>
              </a:defRPr>
            </a:lvl3pPr>
            <a:lvl4pPr>
              <a:defRPr sz="1875" b="0">
                <a:solidFill>
                  <a:srgbClr val="193F32"/>
                </a:solidFill>
                <a:latin typeface="Arial"/>
                <a:ea typeface="Arial"/>
                <a:cs typeface="Arial"/>
              </a:defRPr>
            </a:lvl4pPr>
            <a:lvl5pPr>
              <a:defRPr sz="1875" b="0">
                <a:solidFill>
                  <a:srgbClr val="193F32"/>
                </a:solidFill>
                <a:latin typeface="Arial"/>
                <a:ea typeface="Arial"/>
                <a:cs typeface="Arial"/>
              </a:defRPr>
            </a:lvl5pPr>
            <a:lvl6pPr>
              <a:defRPr sz="1875" b="0">
                <a:solidFill>
                  <a:srgbClr val="193F32"/>
                </a:solidFill>
                <a:latin typeface="Arial"/>
                <a:ea typeface="Arial"/>
                <a:cs typeface="Arial"/>
              </a:defRPr>
            </a:lvl6pPr>
            <a:lvl7pPr>
              <a:defRPr sz="1875" b="0">
                <a:solidFill>
                  <a:srgbClr val="193F32"/>
                </a:solidFill>
                <a:latin typeface="Arial"/>
                <a:ea typeface="Arial"/>
                <a:cs typeface="Arial"/>
              </a:defRPr>
            </a:lvl7pPr>
            <a:lvl8pPr>
              <a:defRPr sz="1875" b="0">
                <a:solidFill>
                  <a:srgbClr val="193F32"/>
                </a:solidFill>
                <a:latin typeface="Arial"/>
                <a:ea typeface="Arial"/>
                <a:cs typeface="Arial"/>
              </a:defRPr>
            </a:lvl8pPr>
            <a:lvl9pPr>
              <a:defRPr sz="1875" b="0">
                <a:solidFill>
                  <a:srgbClr val="193F32"/>
                </a:solidFill>
                <a:latin typeface="Arial"/>
                <a:ea typeface="Arial"/>
                <a:cs typeface="Arial"/>
              </a:defRPr>
            </a:lvl9pPr>
          </a:lstStyle>
          <a:p xmlns:a="http://schemas.openxmlformats.org/drawingml/2006/main">
            <a:pPr>
              <a:defRPr sz="1875" b="0">
                <a:solidFill>
                  <a:srgbClr val="193F32"/>
                </a:solidFill>
                <a:latin typeface="Arial"/>
                <a:ea typeface="Arial"/>
                <a:cs typeface="Arial"/>
              </a:defRPr>
            </a:pPr>
            <a:r>
              <a:rPr sz="1875" b="0">
                <a:solidFill>
                  <a:srgbClr val="193F32"/>
                </a:solidFill>
                <a:latin typeface="Arial"/>
                <a:ea typeface="Arial"/>
                <a:cs typeface="Arial"/>
              </a:rPr>
              <a:t>Token limit · deadline · quotas · cache</a:t>
            </a:r>
          </a:p>
        </p:txBody>
      </p:sp>
      <p:sp>
        <p:nvSpPr>
          <p:cNvPr id="16" name="">
            <a:extLst xmlns:a="http://schemas.openxmlformats.org/drawingml/2006/main">
              <a:ext uri="{FF2B5EF4-FFF2-40B4-BE49-F238E27FC236}">
                <a16:creationId xmlns:a16="http://schemas.microsoft.com/office/drawing/2014/main" id="{E37CA6DD-EB6D-4EE9-8879-6725D2851ED9}"/>
              </a:ext>
            </a:extLst>
          </p:cNvPr>
          <p:cNvSpPr>
            <a:spLocks xmlns:a="http://schemas.openxmlformats.org/drawingml/2006/main" noGrp="1"/>
          </p:cNvSpPr>
          <p:nvPr/>
        </p:nvSpPr>
        <p:spPr>
          <a:xfrm xmlns:a="http://schemas.openxmlformats.org/drawingml/2006/main">
            <a:off x="6419850" y="410527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416D52"/>
                </a:solidFill>
                <a:latin typeface="Arial"/>
                <a:ea typeface="Arial"/>
                <a:cs typeface="Arial"/>
              </a:defRPr>
            </a:defPPr>
            <a:lvl1pPr>
              <a:defRPr sz="2250" b="1">
                <a:solidFill>
                  <a:srgbClr val="416D52"/>
                </a:solidFill>
                <a:latin typeface="Arial"/>
                <a:ea typeface="Arial"/>
                <a:cs typeface="Arial"/>
              </a:defRPr>
            </a:lvl1pPr>
            <a:lvl2pPr>
              <a:defRPr sz="2250" b="1">
                <a:solidFill>
                  <a:srgbClr val="416D52"/>
                </a:solidFill>
                <a:latin typeface="Arial"/>
                <a:ea typeface="Arial"/>
                <a:cs typeface="Arial"/>
              </a:defRPr>
            </a:lvl2pPr>
            <a:lvl3pPr>
              <a:defRPr sz="2250" b="1">
                <a:solidFill>
                  <a:srgbClr val="416D52"/>
                </a:solidFill>
                <a:latin typeface="Arial"/>
                <a:ea typeface="Arial"/>
                <a:cs typeface="Arial"/>
              </a:defRPr>
            </a:lvl3pPr>
            <a:lvl4pPr>
              <a:defRPr sz="2250" b="1">
                <a:solidFill>
                  <a:srgbClr val="416D52"/>
                </a:solidFill>
                <a:latin typeface="Arial"/>
                <a:ea typeface="Arial"/>
                <a:cs typeface="Arial"/>
              </a:defRPr>
            </a:lvl4pPr>
            <a:lvl5pPr>
              <a:defRPr sz="2250" b="1">
                <a:solidFill>
                  <a:srgbClr val="416D52"/>
                </a:solidFill>
                <a:latin typeface="Arial"/>
                <a:ea typeface="Arial"/>
                <a:cs typeface="Arial"/>
              </a:defRPr>
            </a:lvl5pPr>
            <a:lvl6pPr>
              <a:defRPr sz="2250" b="1">
                <a:solidFill>
                  <a:srgbClr val="416D52"/>
                </a:solidFill>
                <a:latin typeface="Arial"/>
                <a:ea typeface="Arial"/>
                <a:cs typeface="Arial"/>
              </a:defRPr>
            </a:lvl6pPr>
            <a:lvl7pPr>
              <a:defRPr sz="2250" b="1">
                <a:solidFill>
                  <a:srgbClr val="416D52"/>
                </a:solidFill>
                <a:latin typeface="Arial"/>
                <a:ea typeface="Arial"/>
                <a:cs typeface="Arial"/>
              </a:defRPr>
            </a:lvl7pPr>
            <a:lvl8pPr>
              <a:defRPr sz="2250" b="1">
                <a:solidFill>
                  <a:srgbClr val="416D52"/>
                </a:solidFill>
                <a:latin typeface="Arial"/>
                <a:ea typeface="Arial"/>
                <a:cs typeface="Arial"/>
              </a:defRPr>
            </a:lvl8pPr>
            <a:lvl9pPr>
              <a:defRPr sz="2250" b="1">
                <a:solidFill>
                  <a:srgbClr val="416D52"/>
                </a:solidFill>
                <a:latin typeface="Arial"/>
                <a:ea typeface="Arial"/>
                <a:cs typeface="Arial"/>
              </a:defRPr>
            </a:lvl9pPr>
          </a:lstStyle>
          <a:p xmlns:a="http://schemas.openxmlformats.org/drawingml/2006/main">
            <a:pPr>
              <a:defRPr sz="2250" b="1">
                <a:solidFill>
                  <a:srgbClr val="416D52"/>
                </a:solidFill>
                <a:latin typeface="Arial"/>
                <a:ea typeface="Arial"/>
                <a:cs typeface="Arial"/>
              </a:defRPr>
            </a:pPr>
            <a:r>
              <a:rPr sz="2250" b="1">
                <a:solidFill>
                  <a:srgbClr val="416D52"/>
                </a:solidFill>
                <a:latin typeface="Arial"/>
                <a:ea typeface="Arial"/>
                <a:cs typeface="Arial"/>
              </a:rPr>
              <a:t>Safe failure path</a:t>
            </a:r>
          </a:p>
        </p:txBody>
      </p:sp>
      <p:sp>
        <p:nvSpPr>
          <p:cNvPr id="17" name="">
            <a:extLst xmlns:a="http://schemas.openxmlformats.org/drawingml/2006/main">
              <a:ext uri="{FF2B5EF4-FFF2-40B4-BE49-F238E27FC236}">
                <a16:creationId xmlns:a16="http://schemas.microsoft.com/office/drawing/2014/main" id="{D074FB9B-600F-4016-AC35-6BB198640421}"/>
              </a:ext>
            </a:extLst>
          </p:cNvPr>
          <p:cNvSpPr>
            <a:spLocks xmlns:a="http://schemas.openxmlformats.org/drawingml/2006/main" noGrp="1"/>
          </p:cNvSpPr>
          <p:nvPr/>
        </p:nvSpPr>
        <p:spPr>
          <a:xfrm xmlns:a="http://schemas.openxmlformats.org/drawingml/2006/main">
            <a:off x="6419850" y="46863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F32"/>
                </a:solidFill>
                <a:latin typeface="Arial"/>
                <a:ea typeface="Arial"/>
                <a:cs typeface="Arial"/>
              </a:defRPr>
            </a:defPPr>
            <a:lvl1pPr>
              <a:defRPr sz="1875" b="0">
                <a:solidFill>
                  <a:srgbClr val="193F32"/>
                </a:solidFill>
                <a:latin typeface="Arial"/>
                <a:ea typeface="Arial"/>
                <a:cs typeface="Arial"/>
              </a:defRPr>
            </a:lvl1pPr>
            <a:lvl2pPr>
              <a:defRPr sz="1875" b="0">
                <a:solidFill>
                  <a:srgbClr val="193F32"/>
                </a:solidFill>
                <a:latin typeface="Arial"/>
                <a:ea typeface="Arial"/>
                <a:cs typeface="Arial"/>
              </a:defRPr>
            </a:lvl2pPr>
            <a:lvl3pPr>
              <a:defRPr sz="1875" b="0">
                <a:solidFill>
                  <a:srgbClr val="193F32"/>
                </a:solidFill>
                <a:latin typeface="Arial"/>
                <a:ea typeface="Arial"/>
                <a:cs typeface="Arial"/>
              </a:defRPr>
            </a:lvl3pPr>
            <a:lvl4pPr>
              <a:defRPr sz="1875" b="0">
                <a:solidFill>
                  <a:srgbClr val="193F32"/>
                </a:solidFill>
                <a:latin typeface="Arial"/>
                <a:ea typeface="Arial"/>
                <a:cs typeface="Arial"/>
              </a:defRPr>
            </a:lvl4pPr>
            <a:lvl5pPr>
              <a:defRPr sz="1875" b="0">
                <a:solidFill>
                  <a:srgbClr val="193F32"/>
                </a:solidFill>
                <a:latin typeface="Arial"/>
                <a:ea typeface="Arial"/>
                <a:cs typeface="Arial"/>
              </a:defRPr>
            </a:lvl5pPr>
            <a:lvl6pPr>
              <a:defRPr sz="1875" b="0">
                <a:solidFill>
                  <a:srgbClr val="193F32"/>
                </a:solidFill>
                <a:latin typeface="Arial"/>
                <a:ea typeface="Arial"/>
                <a:cs typeface="Arial"/>
              </a:defRPr>
            </a:lvl6pPr>
            <a:lvl7pPr>
              <a:defRPr sz="1875" b="0">
                <a:solidFill>
                  <a:srgbClr val="193F32"/>
                </a:solidFill>
                <a:latin typeface="Arial"/>
                <a:ea typeface="Arial"/>
                <a:cs typeface="Arial"/>
              </a:defRPr>
            </a:lvl7pPr>
            <a:lvl8pPr>
              <a:defRPr sz="1875" b="0">
                <a:solidFill>
                  <a:srgbClr val="193F32"/>
                </a:solidFill>
                <a:latin typeface="Arial"/>
                <a:ea typeface="Arial"/>
                <a:cs typeface="Arial"/>
              </a:defRPr>
            </a:lvl8pPr>
            <a:lvl9pPr>
              <a:defRPr sz="1875" b="0">
                <a:solidFill>
                  <a:srgbClr val="193F32"/>
                </a:solidFill>
                <a:latin typeface="Arial"/>
                <a:ea typeface="Arial"/>
                <a:cs typeface="Arial"/>
              </a:defRPr>
            </a:lvl9pPr>
          </a:lstStyle>
          <a:p xmlns:a="http://schemas.openxmlformats.org/drawingml/2006/main">
            <a:pPr>
              <a:defRPr sz="1875" b="0">
                <a:solidFill>
                  <a:srgbClr val="193F32"/>
                </a:solidFill>
                <a:latin typeface="Arial"/>
                <a:ea typeface="Arial"/>
                <a:cs typeface="Arial"/>
              </a:defRPr>
            </a:pPr>
            <a:r>
              <a:rPr sz="1875" b="0">
                <a:solidFill>
                  <a:srgbClr val="193F32"/>
                </a:solidFill>
                <a:latin typeface="Arial"/>
                <a:ea typeface="Arial"/>
                <a:cs typeface="Arial"/>
              </a:rPr>
              <a:t>Deterministic fallback; no autonomous</a:t>
            </a:r>
          </a:p>
          <a:p xmlns:a="http://schemas.openxmlformats.org/drawingml/2006/main">
            <a:pPr>
              <a:defRPr sz="1875" b="0">
                <a:solidFill>
                  <a:srgbClr val="193F32"/>
                </a:solidFill>
                <a:latin typeface="Arial"/>
                <a:ea typeface="Arial"/>
                <a:cs typeface="Arial"/>
              </a:defRPr>
            </a:pPr>
            <a:r>
              <a:rPr sz="1875" b="0">
                <a:solidFill>
                  <a:srgbClr val="193F32"/>
                </a:solidFill>
                <a:latin typeface="Arial"/>
                <a:ea typeface="Arial"/>
                <a:cs typeface="Arial"/>
              </a:rPr>
              <a:t>booking or food-safety certification.</a:t>
            </a:r>
          </a:p>
        </p:txBody>
      </p:sp>
    </p:spTree>
    <p:extLst>
      <p:ext uri="{BB962C8B-B14F-4D97-AF65-F5344CB8AC3E}">
        <p14:creationId xmlns:p14="http://schemas.microsoft.com/office/powerpoint/2010/main" val="1715833051"/>
      </p:ext>
    </p:extLst>
  </p:cSld>
</p:sld>
</file>

<file path=ppt/slides/slide8.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1CDD217-1B76-4493-99CA-F2ABBF64FA34}"/>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FROM ANALYSIS TO FULFILMENT</a:t>
            </a:r>
          </a:p>
        </p:txBody>
      </p:sp>
      <p:sp>
        <p:nvSpPr>
          <p:cNvPr id="2" name="">
            <a:extLst xmlns:a="http://schemas.openxmlformats.org/drawingml/2006/main">
              <a:ext uri="{FF2B5EF4-FFF2-40B4-BE49-F238E27FC236}">
                <a16:creationId xmlns:a16="http://schemas.microsoft.com/office/drawing/2014/main" id="{5116B5F7-2FCC-4C31-AD25-5D687C7345FC}"/>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A reservation checks today’s capacity.</a:t>
            </a:r>
          </a:p>
        </p:txBody>
      </p:sp>
      <p:sp>
        <p:nvSpPr>
          <p:cNvPr id="3" name="">
            <a:extLst xmlns:a="http://schemas.openxmlformats.org/drawingml/2006/main">
              <a:ext uri="{FF2B5EF4-FFF2-40B4-BE49-F238E27FC236}">
                <a16:creationId xmlns:a16="http://schemas.microsoft.com/office/drawing/2014/main" id="{D5B3F582-0973-4693-8C06-711506F35675}"/>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C0BCE6-5381-4C54-BAB4-B168F37B6012}"/>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3571C539-9341-4233-A8BC-6D48CAFC06C9}"/>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26C45548-9E01-4792-BA03-BAFF8CCE12D1}"/>
              </a:ext>
            </a:extLst>
          </p:cNvPr>
          <p:cNvSpPr>
            <a:spLocks xmlns:a="http://schemas.openxmlformats.org/drawingml/2006/main" noGrp="1"/>
          </p:cNvSpPr>
          <p:nvPr/>
        </p:nvSpPr>
        <p:spPr>
          <a:xfrm xmlns:a="http://schemas.openxmlformats.org/drawingml/2006/main">
            <a:off x="609600" y="22193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06138"/>
                </a:solidFill>
                <a:latin typeface="Arial"/>
                <a:ea typeface="Arial"/>
                <a:cs typeface="Arial"/>
              </a:defRPr>
            </a:defPPr>
            <a:lvl1pPr>
              <a:defRPr sz="2550" b="1">
                <a:solidFill>
                  <a:srgbClr val="B06138"/>
                </a:solidFill>
                <a:latin typeface="Arial"/>
                <a:ea typeface="Arial"/>
                <a:cs typeface="Arial"/>
              </a:defRPr>
            </a:lvl1pPr>
            <a:lvl2pPr>
              <a:defRPr sz="2550" b="1">
                <a:solidFill>
                  <a:srgbClr val="B06138"/>
                </a:solidFill>
                <a:latin typeface="Arial"/>
                <a:ea typeface="Arial"/>
                <a:cs typeface="Arial"/>
              </a:defRPr>
            </a:lvl2pPr>
            <a:lvl3pPr>
              <a:defRPr sz="2550" b="1">
                <a:solidFill>
                  <a:srgbClr val="B06138"/>
                </a:solidFill>
                <a:latin typeface="Arial"/>
                <a:ea typeface="Arial"/>
                <a:cs typeface="Arial"/>
              </a:defRPr>
            </a:lvl3pPr>
            <a:lvl4pPr>
              <a:defRPr sz="2550" b="1">
                <a:solidFill>
                  <a:srgbClr val="B06138"/>
                </a:solidFill>
                <a:latin typeface="Arial"/>
                <a:ea typeface="Arial"/>
                <a:cs typeface="Arial"/>
              </a:defRPr>
            </a:lvl4pPr>
            <a:lvl5pPr>
              <a:defRPr sz="2550" b="1">
                <a:solidFill>
                  <a:srgbClr val="B06138"/>
                </a:solidFill>
                <a:latin typeface="Arial"/>
                <a:ea typeface="Arial"/>
                <a:cs typeface="Arial"/>
              </a:defRPr>
            </a:lvl5pPr>
            <a:lvl6pPr>
              <a:defRPr sz="2550" b="1">
                <a:solidFill>
                  <a:srgbClr val="B06138"/>
                </a:solidFill>
                <a:latin typeface="Arial"/>
                <a:ea typeface="Arial"/>
                <a:cs typeface="Arial"/>
              </a:defRPr>
            </a:lvl6pPr>
            <a:lvl7pPr>
              <a:defRPr sz="2550" b="1">
                <a:solidFill>
                  <a:srgbClr val="B06138"/>
                </a:solidFill>
                <a:latin typeface="Arial"/>
                <a:ea typeface="Arial"/>
                <a:cs typeface="Arial"/>
              </a:defRPr>
            </a:lvl7pPr>
            <a:lvl8pPr>
              <a:defRPr sz="2550" b="1">
                <a:solidFill>
                  <a:srgbClr val="B06138"/>
                </a:solidFill>
                <a:latin typeface="Arial"/>
                <a:ea typeface="Arial"/>
                <a:cs typeface="Arial"/>
              </a:defRPr>
            </a:lvl8pPr>
            <a:lvl9pPr>
              <a:defRPr sz="2550" b="1">
                <a:solidFill>
                  <a:srgbClr val="B06138"/>
                </a:solidFill>
                <a:latin typeface="Arial"/>
                <a:ea typeface="Arial"/>
                <a:cs typeface="Arial"/>
              </a:defRPr>
            </a:lvl9pPr>
          </a:lstStyle>
          <a:p xmlns:a="http://schemas.openxmlformats.org/drawingml/2006/main">
            <a:pPr>
              <a:defRPr sz="2550" b="1">
                <a:solidFill>
                  <a:srgbClr val="B06138"/>
                </a:solidFill>
                <a:latin typeface="Arial"/>
                <a:ea typeface="Arial"/>
                <a:cs typeface="Arial"/>
              </a:defRPr>
            </a:pPr>
            <a:r>
              <a:rPr sz="2550" b="1">
                <a:solidFill>
                  <a:srgbClr val="B0613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F42D2EB1-8FC4-4FE9-946A-70DF8A83E21E}"/>
              </a:ext>
            </a:extLst>
          </p:cNvPr>
          <p:cNvSpPr>
            <a:spLocks xmlns:a="http://schemas.openxmlformats.org/drawingml/2006/main" noGrp="1"/>
          </p:cNvSpPr>
          <p:nvPr/>
        </p:nvSpPr>
        <p:spPr>
          <a:xfrm xmlns:a="http://schemas.openxmlformats.org/drawingml/2006/main">
            <a:off x="1381125" y="22193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F32"/>
                </a:solidFill>
                <a:latin typeface="Arial"/>
                <a:ea typeface="Arial"/>
                <a:cs typeface="Arial"/>
              </a:defRPr>
            </a:defPPr>
            <a:lvl1pPr>
              <a:defRPr sz="2325" b="0">
                <a:solidFill>
                  <a:srgbClr val="193F32"/>
                </a:solidFill>
                <a:latin typeface="Arial"/>
                <a:ea typeface="Arial"/>
                <a:cs typeface="Arial"/>
              </a:defRPr>
            </a:lvl1pPr>
            <a:lvl2pPr>
              <a:defRPr sz="2325" b="0">
                <a:solidFill>
                  <a:srgbClr val="193F32"/>
                </a:solidFill>
                <a:latin typeface="Arial"/>
                <a:ea typeface="Arial"/>
                <a:cs typeface="Arial"/>
              </a:defRPr>
            </a:lvl2pPr>
            <a:lvl3pPr>
              <a:defRPr sz="2325" b="0">
                <a:solidFill>
                  <a:srgbClr val="193F32"/>
                </a:solidFill>
                <a:latin typeface="Arial"/>
                <a:ea typeface="Arial"/>
                <a:cs typeface="Arial"/>
              </a:defRPr>
            </a:lvl3pPr>
            <a:lvl4pPr>
              <a:defRPr sz="2325" b="0">
                <a:solidFill>
                  <a:srgbClr val="193F32"/>
                </a:solidFill>
                <a:latin typeface="Arial"/>
                <a:ea typeface="Arial"/>
                <a:cs typeface="Arial"/>
              </a:defRPr>
            </a:lvl4pPr>
            <a:lvl5pPr>
              <a:defRPr sz="2325" b="0">
                <a:solidFill>
                  <a:srgbClr val="193F32"/>
                </a:solidFill>
                <a:latin typeface="Arial"/>
                <a:ea typeface="Arial"/>
                <a:cs typeface="Arial"/>
              </a:defRPr>
            </a:lvl5pPr>
            <a:lvl6pPr>
              <a:defRPr sz="2325" b="0">
                <a:solidFill>
                  <a:srgbClr val="193F32"/>
                </a:solidFill>
                <a:latin typeface="Arial"/>
                <a:ea typeface="Arial"/>
                <a:cs typeface="Arial"/>
              </a:defRPr>
            </a:lvl6pPr>
            <a:lvl7pPr>
              <a:defRPr sz="2325" b="0">
                <a:solidFill>
                  <a:srgbClr val="193F32"/>
                </a:solidFill>
                <a:latin typeface="Arial"/>
                <a:ea typeface="Arial"/>
                <a:cs typeface="Arial"/>
              </a:defRPr>
            </a:lvl7pPr>
            <a:lvl8pPr>
              <a:defRPr sz="2325" b="0">
                <a:solidFill>
                  <a:srgbClr val="193F32"/>
                </a:solidFill>
                <a:latin typeface="Arial"/>
                <a:ea typeface="Arial"/>
                <a:cs typeface="Arial"/>
              </a:defRPr>
            </a:lvl8pPr>
            <a:lvl9pPr>
              <a:defRPr sz="2325" b="0">
                <a:solidFill>
                  <a:srgbClr val="193F32"/>
                </a:solidFill>
                <a:latin typeface="Arial"/>
                <a:ea typeface="Arial"/>
                <a:cs typeface="Arial"/>
              </a:defRPr>
            </a:lvl9pPr>
          </a:lstStyle>
          <a:p xmlns:a="http://schemas.openxmlformats.org/drawingml/2006/main">
            <a:pPr>
              <a:defRPr sz="2325" b="0">
                <a:solidFill>
                  <a:srgbClr val="193F32"/>
                </a:solidFill>
                <a:latin typeface="Arial"/>
                <a:ea typeface="Arial"/>
                <a:cs typeface="Arial"/>
              </a:defRPr>
            </a:pPr>
            <a:r>
              <a:rPr sz="2325" b="0">
                <a:solidFill>
                  <a:srgbClr val="193F32"/>
                </a:solidFill>
                <a:latin typeface="Arial"/>
                <a:ea typeface="Arial"/>
                <a:cs typeface="Arial"/>
              </a:rPr>
              <a:t>Review the option</a:t>
            </a:r>
          </a:p>
        </p:txBody>
      </p:sp>
      <p:sp>
        <p:nvSpPr>
          <p:cNvPr id="8" name="">
            <a:extLst xmlns:a="http://schemas.openxmlformats.org/drawingml/2006/main">
              <a:ext uri="{FF2B5EF4-FFF2-40B4-BE49-F238E27FC236}">
                <a16:creationId xmlns:a16="http://schemas.microsoft.com/office/drawing/2014/main" id="{36F7EA7B-A109-48FD-A07D-8643954793F2}"/>
              </a:ext>
            </a:extLst>
          </p:cNvPr>
          <p:cNvSpPr>
            <a:spLocks xmlns:a="http://schemas.openxmlformats.org/drawingml/2006/main" noGrp="1"/>
          </p:cNvSpPr>
          <p:nvPr/>
        </p:nvSpPr>
        <p:spPr>
          <a:xfrm xmlns:a="http://schemas.openxmlformats.org/drawingml/2006/main">
            <a:off x="609600" y="30384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06138"/>
                </a:solidFill>
                <a:latin typeface="Arial"/>
                <a:ea typeface="Arial"/>
                <a:cs typeface="Arial"/>
              </a:defRPr>
            </a:defPPr>
            <a:lvl1pPr>
              <a:defRPr sz="2550" b="1">
                <a:solidFill>
                  <a:srgbClr val="B06138"/>
                </a:solidFill>
                <a:latin typeface="Arial"/>
                <a:ea typeface="Arial"/>
                <a:cs typeface="Arial"/>
              </a:defRPr>
            </a:lvl1pPr>
            <a:lvl2pPr>
              <a:defRPr sz="2550" b="1">
                <a:solidFill>
                  <a:srgbClr val="B06138"/>
                </a:solidFill>
                <a:latin typeface="Arial"/>
                <a:ea typeface="Arial"/>
                <a:cs typeface="Arial"/>
              </a:defRPr>
            </a:lvl2pPr>
            <a:lvl3pPr>
              <a:defRPr sz="2550" b="1">
                <a:solidFill>
                  <a:srgbClr val="B06138"/>
                </a:solidFill>
                <a:latin typeface="Arial"/>
                <a:ea typeface="Arial"/>
                <a:cs typeface="Arial"/>
              </a:defRPr>
            </a:lvl3pPr>
            <a:lvl4pPr>
              <a:defRPr sz="2550" b="1">
                <a:solidFill>
                  <a:srgbClr val="B06138"/>
                </a:solidFill>
                <a:latin typeface="Arial"/>
                <a:ea typeface="Arial"/>
                <a:cs typeface="Arial"/>
              </a:defRPr>
            </a:lvl4pPr>
            <a:lvl5pPr>
              <a:defRPr sz="2550" b="1">
                <a:solidFill>
                  <a:srgbClr val="B06138"/>
                </a:solidFill>
                <a:latin typeface="Arial"/>
                <a:ea typeface="Arial"/>
                <a:cs typeface="Arial"/>
              </a:defRPr>
            </a:lvl5pPr>
            <a:lvl6pPr>
              <a:defRPr sz="2550" b="1">
                <a:solidFill>
                  <a:srgbClr val="B06138"/>
                </a:solidFill>
                <a:latin typeface="Arial"/>
                <a:ea typeface="Arial"/>
                <a:cs typeface="Arial"/>
              </a:defRPr>
            </a:lvl6pPr>
            <a:lvl7pPr>
              <a:defRPr sz="2550" b="1">
                <a:solidFill>
                  <a:srgbClr val="B06138"/>
                </a:solidFill>
                <a:latin typeface="Arial"/>
                <a:ea typeface="Arial"/>
                <a:cs typeface="Arial"/>
              </a:defRPr>
            </a:lvl7pPr>
            <a:lvl8pPr>
              <a:defRPr sz="2550" b="1">
                <a:solidFill>
                  <a:srgbClr val="B06138"/>
                </a:solidFill>
                <a:latin typeface="Arial"/>
                <a:ea typeface="Arial"/>
                <a:cs typeface="Arial"/>
              </a:defRPr>
            </a:lvl8pPr>
            <a:lvl9pPr>
              <a:defRPr sz="2550" b="1">
                <a:solidFill>
                  <a:srgbClr val="B06138"/>
                </a:solidFill>
                <a:latin typeface="Arial"/>
                <a:ea typeface="Arial"/>
                <a:cs typeface="Arial"/>
              </a:defRPr>
            </a:lvl9pPr>
          </a:lstStyle>
          <a:p xmlns:a="http://schemas.openxmlformats.org/drawingml/2006/main">
            <a:pPr>
              <a:defRPr sz="2550" b="1">
                <a:solidFill>
                  <a:srgbClr val="B06138"/>
                </a:solidFill>
                <a:latin typeface="Arial"/>
                <a:ea typeface="Arial"/>
                <a:cs typeface="Arial"/>
              </a:defRPr>
            </a:pPr>
            <a:r>
              <a:rPr sz="2550" b="1">
                <a:solidFill>
                  <a:srgbClr val="B06138"/>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AAC8C2B8-BFE6-4F45-885C-05C516CF5CBE}"/>
              </a:ext>
            </a:extLst>
          </p:cNvPr>
          <p:cNvSpPr>
            <a:spLocks xmlns:a="http://schemas.openxmlformats.org/drawingml/2006/main" noGrp="1"/>
          </p:cNvSpPr>
          <p:nvPr/>
        </p:nvSpPr>
        <p:spPr>
          <a:xfrm xmlns:a="http://schemas.openxmlformats.org/drawingml/2006/main">
            <a:off x="1381125" y="30384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F32"/>
                </a:solidFill>
                <a:latin typeface="Arial"/>
                <a:ea typeface="Arial"/>
                <a:cs typeface="Arial"/>
              </a:defRPr>
            </a:defPPr>
            <a:lvl1pPr>
              <a:defRPr sz="2325" b="0">
                <a:solidFill>
                  <a:srgbClr val="193F32"/>
                </a:solidFill>
                <a:latin typeface="Arial"/>
                <a:ea typeface="Arial"/>
                <a:cs typeface="Arial"/>
              </a:defRPr>
            </a:lvl1pPr>
            <a:lvl2pPr>
              <a:defRPr sz="2325" b="0">
                <a:solidFill>
                  <a:srgbClr val="193F32"/>
                </a:solidFill>
                <a:latin typeface="Arial"/>
                <a:ea typeface="Arial"/>
                <a:cs typeface="Arial"/>
              </a:defRPr>
            </a:lvl2pPr>
            <a:lvl3pPr>
              <a:defRPr sz="2325" b="0">
                <a:solidFill>
                  <a:srgbClr val="193F32"/>
                </a:solidFill>
                <a:latin typeface="Arial"/>
                <a:ea typeface="Arial"/>
                <a:cs typeface="Arial"/>
              </a:defRPr>
            </a:lvl3pPr>
            <a:lvl4pPr>
              <a:defRPr sz="2325" b="0">
                <a:solidFill>
                  <a:srgbClr val="193F32"/>
                </a:solidFill>
                <a:latin typeface="Arial"/>
                <a:ea typeface="Arial"/>
                <a:cs typeface="Arial"/>
              </a:defRPr>
            </a:lvl4pPr>
            <a:lvl5pPr>
              <a:defRPr sz="2325" b="0">
                <a:solidFill>
                  <a:srgbClr val="193F32"/>
                </a:solidFill>
                <a:latin typeface="Arial"/>
                <a:ea typeface="Arial"/>
                <a:cs typeface="Arial"/>
              </a:defRPr>
            </a:lvl5pPr>
            <a:lvl6pPr>
              <a:defRPr sz="2325" b="0">
                <a:solidFill>
                  <a:srgbClr val="193F32"/>
                </a:solidFill>
                <a:latin typeface="Arial"/>
                <a:ea typeface="Arial"/>
                <a:cs typeface="Arial"/>
              </a:defRPr>
            </a:lvl6pPr>
            <a:lvl7pPr>
              <a:defRPr sz="2325" b="0">
                <a:solidFill>
                  <a:srgbClr val="193F32"/>
                </a:solidFill>
                <a:latin typeface="Arial"/>
                <a:ea typeface="Arial"/>
                <a:cs typeface="Arial"/>
              </a:defRPr>
            </a:lvl7pPr>
            <a:lvl8pPr>
              <a:defRPr sz="2325" b="0">
                <a:solidFill>
                  <a:srgbClr val="193F32"/>
                </a:solidFill>
                <a:latin typeface="Arial"/>
                <a:ea typeface="Arial"/>
                <a:cs typeface="Arial"/>
              </a:defRPr>
            </a:lvl8pPr>
            <a:lvl9pPr>
              <a:defRPr sz="2325" b="0">
                <a:solidFill>
                  <a:srgbClr val="193F32"/>
                </a:solidFill>
                <a:latin typeface="Arial"/>
                <a:ea typeface="Arial"/>
                <a:cs typeface="Arial"/>
              </a:defRPr>
            </a:lvl9pPr>
          </a:lstStyle>
          <a:p xmlns:a="http://schemas.openxmlformats.org/drawingml/2006/main">
            <a:pPr>
              <a:defRPr sz="2325" b="0">
                <a:solidFill>
                  <a:srgbClr val="193F32"/>
                </a:solidFill>
                <a:latin typeface="Arial"/>
                <a:ea typeface="Arial"/>
                <a:cs typeface="Arial"/>
              </a:defRPr>
            </a:pPr>
            <a:r>
              <a:rPr sz="2325" b="0">
                <a:solidFill>
                  <a:srgbClr val="193F32"/>
                </a:solidFill>
                <a:latin typeface="Arial"/>
                <a:ea typeface="Arial"/>
                <a:cs typeface="Arial"/>
              </a:rPr>
              <a:t>Check current versions</a:t>
            </a:r>
          </a:p>
        </p:txBody>
      </p:sp>
      <p:sp>
        <p:nvSpPr>
          <p:cNvPr id="10" name="">
            <a:extLst xmlns:a="http://schemas.openxmlformats.org/drawingml/2006/main">
              <a:ext uri="{FF2B5EF4-FFF2-40B4-BE49-F238E27FC236}">
                <a16:creationId xmlns:a16="http://schemas.microsoft.com/office/drawing/2014/main" id="{AA0E25C5-3762-49AB-B753-E0E2DE7A53ED}"/>
              </a:ext>
            </a:extLst>
          </p:cNvPr>
          <p:cNvSpPr>
            <a:spLocks xmlns:a="http://schemas.openxmlformats.org/drawingml/2006/main" noGrp="1"/>
          </p:cNvSpPr>
          <p:nvPr/>
        </p:nvSpPr>
        <p:spPr>
          <a:xfrm xmlns:a="http://schemas.openxmlformats.org/drawingml/2006/main">
            <a:off x="609600" y="38576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06138"/>
                </a:solidFill>
                <a:latin typeface="Arial"/>
                <a:ea typeface="Arial"/>
                <a:cs typeface="Arial"/>
              </a:defRPr>
            </a:defPPr>
            <a:lvl1pPr>
              <a:defRPr sz="2550" b="1">
                <a:solidFill>
                  <a:srgbClr val="B06138"/>
                </a:solidFill>
                <a:latin typeface="Arial"/>
                <a:ea typeface="Arial"/>
                <a:cs typeface="Arial"/>
              </a:defRPr>
            </a:lvl1pPr>
            <a:lvl2pPr>
              <a:defRPr sz="2550" b="1">
                <a:solidFill>
                  <a:srgbClr val="B06138"/>
                </a:solidFill>
                <a:latin typeface="Arial"/>
                <a:ea typeface="Arial"/>
                <a:cs typeface="Arial"/>
              </a:defRPr>
            </a:lvl2pPr>
            <a:lvl3pPr>
              <a:defRPr sz="2550" b="1">
                <a:solidFill>
                  <a:srgbClr val="B06138"/>
                </a:solidFill>
                <a:latin typeface="Arial"/>
                <a:ea typeface="Arial"/>
                <a:cs typeface="Arial"/>
              </a:defRPr>
            </a:lvl3pPr>
            <a:lvl4pPr>
              <a:defRPr sz="2550" b="1">
                <a:solidFill>
                  <a:srgbClr val="B06138"/>
                </a:solidFill>
                <a:latin typeface="Arial"/>
                <a:ea typeface="Arial"/>
                <a:cs typeface="Arial"/>
              </a:defRPr>
            </a:lvl4pPr>
            <a:lvl5pPr>
              <a:defRPr sz="2550" b="1">
                <a:solidFill>
                  <a:srgbClr val="B06138"/>
                </a:solidFill>
                <a:latin typeface="Arial"/>
                <a:ea typeface="Arial"/>
                <a:cs typeface="Arial"/>
              </a:defRPr>
            </a:lvl5pPr>
            <a:lvl6pPr>
              <a:defRPr sz="2550" b="1">
                <a:solidFill>
                  <a:srgbClr val="B06138"/>
                </a:solidFill>
                <a:latin typeface="Arial"/>
                <a:ea typeface="Arial"/>
                <a:cs typeface="Arial"/>
              </a:defRPr>
            </a:lvl6pPr>
            <a:lvl7pPr>
              <a:defRPr sz="2550" b="1">
                <a:solidFill>
                  <a:srgbClr val="B06138"/>
                </a:solidFill>
                <a:latin typeface="Arial"/>
                <a:ea typeface="Arial"/>
                <a:cs typeface="Arial"/>
              </a:defRPr>
            </a:lvl7pPr>
            <a:lvl8pPr>
              <a:defRPr sz="2550" b="1">
                <a:solidFill>
                  <a:srgbClr val="B06138"/>
                </a:solidFill>
                <a:latin typeface="Arial"/>
                <a:ea typeface="Arial"/>
                <a:cs typeface="Arial"/>
              </a:defRPr>
            </a:lvl8pPr>
            <a:lvl9pPr>
              <a:defRPr sz="2550" b="1">
                <a:solidFill>
                  <a:srgbClr val="B06138"/>
                </a:solidFill>
                <a:latin typeface="Arial"/>
                <a:ea typeface="Arial"/>
                <a:cs typeface="Arial"/>
              </a:defRPr>
            </a:lvl9pPr>
          </a:lstStyle>
          <a:p xmlns:a="http://schemas.openxmlformats.org/drawingml/2006/main">
            <a:pPr>
              <a:defRPr sz="2550" b="1">
                <a:solidFill>
                  <a:srgbClr val="B06138"/>
                </a:solidFill>
                <a:latin typeface="Arial"/>
                <a:ea typeface="Arial"/>
                <a:cs typeface="Arial"/>
              </a:defRPr>
            </a:pPr>
            <a:r>
              <a:rPr sz="2550" b="1">
                <a:solidFill>
                  <a:srgbClr val="B06138"/>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6725B271-17E1-4A20-8557-A222709373A9}"/>
              </a:ext>
            </a:extLst>
          </p:cNvPr>
          <p:cNvSpPr>
            <a:spLocks xmlns:a="http://schemas.openxmlformats.org/drawingml/2006/main" noGrp="1"/>
          </p:cNvSpPr>
          <p:nvPr/>
        </p:nvSpPr>
        <p:spPr>
          <a:xfrm xmlns:a="http://schemas.openxmlformats.org/drawingml/2006/main">
            <a:off x="1381125" y="3857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F32"/>
                </a:solidFill>
                <a:latin typeface="Arial"/>
                <a:ea typeface="Arial"/>
                <a:cs typeface="Arial"/>
              </a:defRPr>
            </a:defPPr>
            <a:lvl1pPr>
              <a:defRPr sz="2325" b="0">
                <a:solidFill>
                  <a:srgbClr val="193F32"/>
                </a:solidFill>
                <a:latin typeface="Arial"/>
                <a:ea typeface="Arial"/>
                <a:cs typeface="Arial"/>
              </a:defRPr>
            </a:lvl1pPr>
            <a:lvl2pPr>
              <a:defRPr sz="2325" b="0">
                <a:solidFill>
                  <a:srgbClr val="193F32"/>
                </a:solidFill>
                <a:latin typeface="Arial"/>
                <a:ea typeface="Arial"/>
                <a:cs typeface="Arial"/>
              </a:defRPr>
            </a:lvl2pPr>
            <a:lvl3pPr>
              <a:defRPr sz="2325" b="0">
                <a:solidFill>
                  <a:srgbClr val="193F32"/>
                </a:solidFill>
                <a:latin typeface="Arial"/>
                <a:ea typeface="Arial"/>
                <a:cs typeface="Arial"/>
              </a:defRPr>
            </a:lvl3pPr>
            <a:lvl4pPr>
              <a:defRPr sz="2325" b="0">
                <a:solidFill>
                  <a:srgbClr val="193F32"/>
                </a:solidFill>
                <a:latin typeface="Arial"/>
                <a:ea typeface="Arial"/>
                <a:cs typeface="Arial"/>
              </a:defRPr>
            </a:lvl4pPr>
            <a:lvl5pPr>
              <a:defRPr sz="2325" b="0">
                <a:solidFill>
                  <a:srgbClr val="193F32"/>
                </a:solidFill>
                <a:latin typeface="Arial"/>
                <a:ea typeface="Arial"/>
                <a:cs typeface="Arial"/>
              </a:defRPr>
            </a:lvl5pPr>
            <a:lvl6pPr>
              <a:defRPr sz="2325" b="0">
                <a:solidFill>
                  <a:srgbClr val="193F32"/>
                </a:solidFill>
                <a:latin typeface="Arial"/>
                <a:ea typeface="Arial"/>
                <a:cs typeface="Arial"/>
              </a:defRPr>
            </a:lvl6pPr>
            <a:lvl7pPr>
              <a:defRPr sz="2325" b="0">
                <a:solidFill>
                  <a:srgbClr val="193F32"/>
                </a:solidFill>
                <a:latin typeface="Arial"/>
                <a:ea typeface="Arial"/>
                <a:cs typeface="Arial"/>
              </a:defRPr>
            </a:lvl7pPr>
            <a:lvl8pPr>
              <a:defRPr sz="2325" b="0">
                <a:solidFill>
                  <a:srgbClr val="193F32"/>
                </a:solidFill>
                <a:latin typeface="Arial"/>
                <a:ea typeface="Arial"/>
                <a:cs typeface="Arial"/>
              </a:defRPr>
            </a:lvl8pPr>
            <a:lvl9pPr>
              <a:defRPr sz="2325" b="0">
                <a:solidFill>
                  <a:srgbClr val="193F32"/>
                </a:solidFill>
                <a:latin typeface="Arial"/>
                <a:ea typeface="Arial"/>
                <a:cs typeface="Arial"/>
              </a:defRPr>
            </a:lvl9pPr>
          </a:lstStyle>
          <a:p xmlns:a="http://schemas.openxmlformats.org/drawingml/2006/main">
            <a:pPr>
              <a:defRPr sz="2325" b="0">
                <a:solidFill>
                  <a:srgbClr val="193F32"/>
                </a:solidFill>
                <a:latin typeface="Arial"/>
                <a:ea typeface="Arial"/>
                <a:cs typeface="Arial"/>
              </a:defRPr>
            </a:pPr>
            <a:r>
              <a:rPr sz="2325" b="0">
                <a:solidFill>
                  <a:srgbClr val="193F32"/>
                </a:solidFill>
                <a:latin typeface="Arial"/>
                <a:ea typeface="Arial"/>
                <a:cs typeface="Arial"/>
              </a:rPr>
              <a:t>Reserve atomically</a:t>
            </a:r>
          </a:p>
        </p:txBody>
      </p:sp>
      <p:sp>
        <p:nvSpPr>
          <p:cNvPr id="12" name="">
            <a:extLst xmlns:a="http://schemas.openxmlformats.org/drawingml/2006/main">
              <a:ext uri="{FF2B5EF4-FFF2-40B4-BE49-F238E27FC236}">
                <a16:creationId xmlns:a16="http://schemas.microsoft.com/office/drawing/2014/main" id="{CE91AD6A-66DA-497F-AF08-0B08165460FB}"/>
              </a:ext>
            </a:extLst>
          </p:cNvPr>
          <p:cNvSpPr>
            <a:spLocks xmlns:a="http://schemas.openxmlformats.org/drawingml/2006/main" noGrp="1"/>
          </p:cNvSpPr>
          <p:nvPr/>
        </p:nvSpPr>
        <p:spPr>
          <a:xfrm xmlns:a="http://schemas.openxmlformats.org/drawingml/2006/main">
            <a:off x="609600" y="46767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06138"/>
                </a:solidFill>
                <a:latin typeface="Arial"/>
                <a:ea typeface="Arial"/>
                <a:cs typeface="Arial"/>
              </a:defRPr>
            </a:defPPr>
            <a:lvl1pPr>
              <a:defRPr sz="2550" b="1">
                <a:solidFill>
                  <a:srgbClr val="B06138"/>
                </a:solidFill>
                <a:latin typeface="Arial"/>
                <a:ea typeface="Arial"/>
                <a:cs typeface="Arial"/>
              </a:defRPr>
            </a:lvl1pPr>
            <a:lvl2pPr>
              <a:defRPr sz="2550" b="1">
                <a:solidFill>
                  <a:srgbClr val="B06138"/>
                </a:solidFill>
                <a:latin typeface="Arial"/>
                <a:ea typeface="Arial"/>
                <a:cs typeface="Arial"/>
              </a:defRPr>
            </a:lvl2pPr>
            <a:lvl3pPr>
              <a:defRPr sz="2550" b="1">
                <a:solidFill>
                  <a:srgbClr val="B06138"/>
                </a:solidFill>
                <a:latin typeface="Arial"/>
                <a:ea typeface="Arial"/>
                <a:cs typeface="Arial"/>
              </a:defRPr>
            </a:lvl3pPr>
            <a:lvl4pPr>
              <a:defRPr sz="2550" b="1">
                <a:solidFill>
                  <a:srgbClr val="B06138"/>
                </a:solidFill>
                <a:latin typeface="Arial"/>
                <a:ea typeface="Arial"/>
                <a:cs typeface="Arial"/>
              </a:defRPr>
            </a:lvl4pPr>
            <a:lvl5pPr>
              <a:defRPr sz="2550" b="1">
                <a:solidFill>
                  <a:srgbClr val="B06138"/>
                </a:solidFill>
                <a:latin typeface="Arial"/>
                <a:ea typeface="Arial"/>
                <a:cs typeface="Arial"/>
              </a:defRPr>
            </a:lvl5pPr>
            <a:lvl6pPr>
              <a:defRPr sz="2550" b="1">
                <a:solidFill>
                  <a:srgbClr val="B06138"/>
                </a:solidFill>
                <a:latin typeface="Arial"/>
                <a:ea typeface="Arial"/>
                <a:cs typeface="Arial"/>
              </a:defRPr>
            </a:lvl6pPr>
            <a:lvl7pPr>
              <a:defRPr sz="2550" b="1">
                <a:solidFill>
                  <a:srgbClr val="B06138"/>
                </a:solidFill>
                <a:latin typeface="Arial"/>
                <a:ea typeface="Arial"/>
                <a:cs typeface="Arial"/>
              </a:defRPr>
            </a:lvl7pPr>
            <a:lvl8pPr>
              <a:defRPr sz="2550" b="1">
                <a:solidFill>
                  <a:srgbClr val="B06138"/>
                </a:solidFill>
                <a:latin typeface="Arial"/>
                <a:ea typeface="Arial"/>
                <a:cs typeface="Arial"/>
              </a:defRPr>
            </a:lvl8pPr>
            <a:lvl9pPr>
              <a:defRPr sz="2550" b="1">
                <a:solidFill>
                  <a:srgbClr val="B06138"/>
                </a:solidFill>
                <a:latin typeface="Arial"/>
                <a:ea typeface="Arial"/>
                <a:cs typeface="Arial"/>
              </a:defRPr>
            </a:lvl9pPr>
          </a:lstStyle>
          <a:p xmlns:a="http://schemas.openxmlformats.org/drawingml/2006/main">
            <a:pPr>
              <a:defRPr sz="2550" b="1">
                <a:solidFill>
                  <a:srgbClr val="B06138"/>
                </a:solidFill>
                <a:latin typeface="Arial"/>
                <a:ea typeface="Arial"/>
                <a:cs typeface="Arial"/>
              </a:defRPr>
            </a:pPr>
            <a:r>
              <a:rPr sz="2550" b="1">
                <a:solidFill>
                  <a:srgbClr val="B06138"/>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9B1E0877-3BC2-4E0B-AB63-E3B45E89510A}"/>
              </a:ext>
            </a:extLst>
          </p:cNvPr>
          <p:cNvSpPr>
            <a:spLocks xmlns:a="http://schemas.openxmlformats.org/drawingml/2006/main" noGrp="1"/>
          </p:cNvSpPr>
          <p:nvPr/>
        </p:nvSpPr>
        <p:spPr>
          <a:xfrm xmlns:a="http://schemas.openxmlformats.org/drawingml/2006/main">
            <a:off x="1381125" y="467677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3F32"/>
                </a:solidFill>
                <a:latin typeface="Arial"/>
                <a:ea typeface="Arial"/>
                <a:cs typeface="Arial"/>
              </a:defRPr>
            </a:defPPr>
            <a:lvl1pPr>
              <a:defRPr sz="2325" b="0">
                <a:solidFill>
                  <a:srgbClr val="193F32"/>
                </a:solidFill>
                <a:latin typeface="Arial"/>
                <a:ea typeface="Arial"/>
                <a:cs typeface="Arial"/>
              </a:defRPr>
            </a:lvl1pPr>
            <a:lvl2pPr>
              <a:defRPr sz="2325" b="0">
                <a:solidFill>
                  <a:srgbClr val="193F32"/>
                </a:solidFill>
                <a:latin typeface="Arial"/>
                <a:ea typeface="Arial"/>
                <a:cs typeface="Arial"/>
              </a:defRPr>
            </a:lvl2pPr>
            <a:lvl3pPr>
              <a:defRPr sz="2325" b="0">
                <a:solidFill>
                  <a:srgbClr val="193F32"/>
                </a:solidFill>
                <a:latin typeface="Arial"/>
                <a:ea typeface="Arial"/>
                <a:cs typeface="Arial"/>
              </a:defRPr>
            </a:lvl3pPr>
            <a:lvl4pPr>
              <a:defRPr sz="2325" b="0">
                <a:solidFill>
                  <a:srgbClr val="193F32"/>
                </a:solidFill>
                <a:latin typeface="Arial"/>
                <a:ea typeface="Arial"/>
                <a:cs typeface="Arial"/>
              </a:defRPr>
            </a:lvl4pPr>
            <a:lvl5pPr>
              <a:defRPr sz="2325" b="0">
                <a:solidFill>
                  <a:srgbClr val="193F32"/>
                </a:solidFill>
                <a:latin typeface="Arial"/>
                <a:ea typeface="Arial"/>
                <a:cs typeface="Arial"/>
              </a:defRPr>
            </a:lvl5pPr>
            <a:lvl6pPr>
              <a:defRPr sz="2325" b="0">
                <a:solidFill>
                  <a:srgbClr val="193F32"/>
                </a:solidFill>
                <a:latin typeface="Arial"/>
                <a:ea typeface="Arial"/>
                <a:cs typeface="Arial"/>
              </a:defRPr>
            </a:lvl6pPr>
            <a:lvl7pPr>
              <a:defRPr sz="2325" b="0">
                <a:solidFill>
                  <a:srgbClr val="193F32"/>
                </a:solidFill>
                <a:latin typeface="Arial"/>
                <a:ea typeface="Arial"/>
                <a:cs typeface="Arial"/>
              </a:defRPr>
            </a:lvl7pPr>
            <a:lvl8pPr>
              <a:defRPr sz="2325" b="0">
                <a:solidFill>
                  <a:srgbClr val="193F32"/>
                </a:solidFill>
                <a:latin typeface="Arial"/>
                <a:ea typeface="Arial"/>
                <a:cs typeface="Arial"/>
              </a:defRPr>
            </a:lvl8pPr>
            <a:lvl9pPr>
              <a:defRPr sz="2325" b="0">
                <a:solidFill>
                  <a:srgbClr val="193F32"/>
                </a:solidFill>
                <a:latin typeface="Arial"/>
                <a:ea typeface="Arial"/>
                <a:cs typeface="Arial"/>
              </a:defRPr>
            </a:lvl9pPr>
          </a:lstStyle>
          <a:p xmlns:a="http://schemas.openxmlformats.org/drawingml/2006/main">
            <a:pPr>
              <a:defRPr sz="2325" b="0">
                <a:solidFill>
                  <a:srgbClr val="193F32"/>
                </a:solidFill>
                <a:latin typeface="Arial"/>
                <a:ea typeface="Arial"/>
                <a:cs typeface="Arial"/>
              </a:defRPr>
            </a:pPr>
            <a:r>
              <a:rPr sz="2325" b="0">
                <a:solidFill>
                  <a:srgbClr val="193F32"/>
                </a:solidFill>
                <a:latin typeface="Arial"/>
                <a:ea typeface="Arial"/>
                <a:cs typeface="Arial"/>
              </a:rPr>
              <a:t>Generate private report</a:t>
            </a:r>
          </a:p>
        </p:txBody>
      </p:sp>
      <p:sp>
        <p:nvSpPr>
          <p:cNvPr id="14" name="">
            <a:extLst xmlns:a="http://schemas.openxmlformats.org/drawingml/2006/main">
              <a:ext uri="{FF2B5EF4-FFF2-40B4-BE49-F238E27FC236}">
                <a16:creationId xmlns:a16="http://schemas.microsoft.com/office/drawing/2014/main" id="{8C7C8A90-9E3A-47E2-92A9-A040B080202E}"/>
              </a:ext>
            </a:extLst>
          </p:cNvPr>
          <p:cNvSpPr>
            <a:spLocks xmlns:a="http://schemas.openxmlformats.org/drawingml/2006/main" noGrp="1"/>
          </p:cNvSpPr>
          <p:nvPr/>
        </p:nvSpPr>
        <p:spPr>
          <a:xfrm xmlns:a="http://schemas.openxmlformats.org/drawingml/2006/main">
            <a:off x="609600" y="57245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B6B60"/>
                </a:solidFill>
                <a:latin typeface="Arial"/>
                <a:ea typeface="Arial"/>
                <a:cs typeface="Arial"/>
              </a:defRPr>
            </a:defPPr>
            <a:lvl1pPr>
              <a:defRPr sz="1575" b="0">
                <a:solidFill>
                  <a:srgbClr val="5B6B60"/>
                </a:solidFill>
                <a:latin typeface="Arial"/>
                <a:ea typeface="Arial"/>
                <a:cs typeface="Arial"/>
              </a:defRPr>
            </a:lvl1pPr>
            <a:lvl2pPr>
              <a:defRPr sz="1575" b="0">
                <a:solidFill>
                  <a:srgbClr val="5B6B60"/>
                </a:solidFill>
                <a:latin typeface="Arial"/>
                <a:ea typeface="Arial"/>
                <a:cs typeface="Arial"/>
              </a:defRPr>
            </a:lvl2pPr>
            <a:lvl3pPr>
              <a:defRPr sz="1575" b="0">
                <a:solidFill>
                  <a:srgbClr val="5B6B60"/>
                </a:solidFill>
                <a:latin typeface="Arial"/>
                <a:ea typeface="Arial"/>
                <a:cs typeface="Arial"/>
              </a:defRPr>
            </a:lvl3pPr>
            <a:lvl4pPr>
              <a:defRPr sz="1575" b="0">
                <a:solidFill>
                  <a:srgbClr val="5B6B60"/>
                </a:solidFill>
                <a:latin typeface="Arial"/>
                <a:ea typeface="Arial"/>
                <a:cs typeface="Arial"/>
              </a:defRPr>
            </a:lvl4pPr>
            <a:lvl5pPr>
              <a:defRPr sz="1575" b="0">
                <a:solidFill>
                  <a:srgbClr val="5B6B60"/>
                </a:solidFill>
                <a:latin typeface="Arial"/>
                <a:ea typeface="Arial"/>
                <a:cs typeface="Arial"/>
              </a:defRPr>
            </a:lvl5pPr>
            <a:lvl6pPr>
              <a:defRPr sz="1575" b="0">
                <a:solidFill>
                  <a:srgbClr val="5B6B60"/>
                </a:solidFill>
                <a:latin typeface="Arial"/>
                <a:ea typeface="Arial"/>
                <a:cs typeface="Arial"/>
              </a:defRPr>
            </a:lvl6pPr>
            <a:lvl7pPr>
              <a:defRPr sz="1575" b="0">
                <a:solidFill>
                  <a:srgbClr val="5B6B60"/>
                </a:solidFill>
                <a:latin typeface="Arial"/>
                <a:ea typeface="Arial"/>
                <a:cs typeface="Arial"/>
              </a:defRPr>
            </a:lvl7pPr>
            <a:lvl8pPr>
              <a:defRPr sz="1575" b="0">
                <a:solidFill>
                  <a:srgbClr val="5B6B60"/>
                </a:solidFill>
                <a:latin typeface="Arial"/>
                <a:ea typeface="Arial"/>
                <a:cs typeface="Arial"/>
              </a:defRPr>
            </a:lvl8pPr>
            <a:lvl9pPr>
              <a:defRPr sz="1575" b="0">
                <a:solidFill>
                  <a:srgbClr val="5B6B60"/>
                </a:solidFill>
                <a:latin typeface="Arial"/>
                <a:ea typeface="Arial"/>
                <a:cs typeface="Arial"/>
              </a:defRPr>
            </a:lvl9pPr>
          </a:lstStyle>
          <a:p xmlns:a="http://schemas.openxmlformats.org/drawingml/2006/main">
            <a:pPr>
              <a:defRPr sz="1575" b="0">
                <a:solidFill>
                  <a:srgbClr val="5B6B60"/>
                </a:solidFill>
                <a:latin typeface="Arial"/>
                <a:ea typeface="Arial"/>
                <a:cs typeface="Arial"/>
              </a:defRPr>
            </a:pPr>
            <a:r>
              <a:rPr sz="1575" b="0">
                <a:solidFill>
                  <a:srgbClr val="5B6B60"/>
                </a:solidFill>
                <a:latin typeface="Arial"/>
                <a:ea typeface="Arial"/>
                <a:cs typeface="Arial"/>
              </a:rPr>
              <a:t>Duplicate requests and stale snapshots must not silently consume capacity twice.</a:t>
            </a:r>
          </a:p>
        </p:txBody>
      </p:sp>
    </p:spTree>
    <p:extLst>
      <p:ext uri="{BB962C8B-B14F-4D97-AF65-F5344CB8AC3E}">
        <p14:creationId xmlns:p14="http://schemas.microsoft.com/office/powerpoint/2010/main" val="248744723"/>
      </p:ext>
    </p:extLst>
  </p:cSld>
</p:sld>
</file>

<file path=ppt/slides/slide9.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4AFB53-6A85-488E-B491-544597B1EFA3}"/>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MEASURED ENGINEERING EXPERIMENTS</a:t>
            </a:r>
          </a:p>
        </p:txBody>
      </p:sp>
      <p:sp>
        <p:nvSpPr>
          <p:cNvPr id="2" name="">
            <a:extLst xmlns:a="http://schemas.openxmlformats.org/drawingml/2006/main">
              <a:ext uri="{FF2B5EF4-FFF2-40B4-BE49-F238E27FC236}">
                <a16:creationId xmlns:a16="http://schemas.microsoft.com/office/drawing/2014/main" id="{84639CD3-F9BC-46D2-B4F2-CADDE3BF11BE}"/>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Prove behaviour, then remove the lab.</a:t>
            </a:r>
          </a:p>
        </p:txBody>
      </p:sp>
      <p:sp>
        <p:nvSpPr>
          <p:cNvPr id="3" name="">
            <a:extLst xmlns:a="http://schemas.openxmlformats.org/drawingml/2006/main">
              <a:ext uri="{FF2B5EF4-FFF2-40B4-BE49-F238E27FC236}">
                <a16:creationId xmlns:a16="http://schemas.microsoft.com/office/drawing/2014/main" id="{AC038DC7-6EEB-4D5A-A60E-9A96F81F0412}"/>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4CFA08-7042-443E-8F00-B637DFD8C9A0}"/>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1A80A205-7451-41B2-B50D-37990C03F5F5}"/>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63D007F1-A150-4E4B-B05B-FD46AF11398C}"/>
              </a:ext>
            </a:extLst>
          </p:cNvPr>
          <p:cNvSpPr>
            <a:spLocks xmlns:a="http://schemas.openxmlformats.org/drawingml/2006/main" noGrp="1"/>
          </p:cNvSpPr>
          <p:nvPr/>
        </p:nvSpPr>
        <p:spPr>
          <a:xfrm xmlns:a="http://schemas.openxmlformats.org/drawingml/2006/main">
            <a:off x="609600" y="23431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416D52"/>
                </a:solidFill>
                <a:latin typeface="Arial"/>
                <a:ea typeface="Arial"/>
                <a:cs typeface="Arial"/>
              </a:defRPr>
            </a:defPPr>
            <a:lvl1pPr>
              <a:defRPr sz="2250" b="1">
                <a:solidFill>
                  <a:srgbClr val="416D52"/>
                </a:solidFill>
                <a:latin typeface="Arial"/>
                <a:ea typeface="Arial"/>
                <a:cs typeface="Arial"/>
              </a:defRPr>
            </a:lvl1pPr>
            <a:lvl2pPr>
              <a:defRPr sz="2250" b="1">
                <a:solidFill>
                  <a:srgbClr val="416D52"/>
                </a:solidFill>
                <a:latin typeface="Arial"/>
                <a:ea typeface="Arial"/>
                <a:cs typeface="Arial"/>
              </a:defRPr>
            </a:lvl2pPr>
            <a:lvl3pPr>
              <a:defRPr sz="2250" b="1">
                <a:solidFill>
                  <a:srgbClr val="416D52"/>
                </a:solidFill>
                <a:latin typeface="Arial"/>
                <a:ea typeface="Arial"/>
                <a:cs typeface="Arial"/>
              </a:defRPr>
            </a:lvl3pPr>
            <a:lvl4pPr>
              <a:defRPr sz="2250" b="1">
                <a:solidFill>
                  <a:srgbClr val="416D52"/>
                </a:solidFill>
                <a:latin typeface="Arial"/>
                <a:ea typeface="Arial"/>
                <a:cs typeface="Arial"/>
              </a:defRPr>
            </a:lvl4pPr>
            <a:lvl5pPr>
              <a:defRPr sz="2250" b="1">
                <a:solidFill>
                  <a:srgbClr val="416D52"/>
                </a:solidFill>
                <a:latin typeface="Arial"/>
                <a:ea typeface="Arial"/>
                <a:cs typeface="Arial"/>
              </a:defRPr>
            </a:lvl5pPr>
            <a:lvl6pPr>
              <a:defRPr sz="2250" b="1">
                <a:solidFill>
                  <a:srgbClr val="416D52"/>
                </a:solidFill>
                <a:latin typeface="Arial"/>
                <a:ea typeface="Arial"/>
                <a:cs typeface="Arial"/>
              </a:defRPr>
            </a:lvl6pPr>
            <a:lvl7pPr>
              <a:defRPr sz="2250" b="1">
                <a:solidFill>
                  <a:srgbClr val="416D52"/>
                </a:solidFill>
                <a:latin typeface="Arial"/>
                <a:ea typeface="Arial"/>
                <a:cs typeface="Arial"/>
              </a:defRPr>
            </a:lvl7pPr>
            <a:lvl8pPr>
              <a:defRPr sz="2250" b="1">
                <a:solidFill>
                  <a:srgbClr val="416D52"/>
                </a:solidFill>
                <a:latin typeface="Arial"/>
                <a:ea typeface="Arial"/>
                <a:cs typeface="Arial"/>
              </a:defRPr>
            </a:lvl8pPr>
            <a:lvl9pPr>
              <a:defRPr sz="2250" b="1">
                <a:solidFill>
                  <a:srgbClr val="416D52"/>
                </a:solidFill>
                <a:latin typeface="Arial"/>
                <a:ea typeface="Arial"/>
                <a:cs typeface="Arial"/>
              </a:defRPr>
            </a:lvl9pPr>
          </a:lstStyle>
          <a:p xmlns:a="http://schemas.openxmlformats.org/drawingml/2006/main">
            <a:pPr>
              <a:defRPr sz="2250" b="1">
                <a:solidFill>
                  <a:srgbClr val="416D52"/>
                </a:solidFill>
                <a:latin typeface="Arial"/>
                <a:ea typeface="Arial"/>
                <a:cs typeface="Arial"/>
              </a:defRPr>
            </a:pPr>
            <a:r>
              <a:rPr sz="2250" b="1">
                <a:solidFill>
                  <a:srgbClr val="416D52"/>
                </a:solidFill>
                <a:latin typeface="Arial"/>
                <a:ea typeface="Arial"/>
                <a:cs typeface="Arial"/>
              </a:rPr>
              <a:t>Compute + network</a:t>
            </a:r>
          </a:p>
        </p:txBody>
      </p:sp>
      <p:sp>
        <p:nvSpPr>
          <p:cNvPr id="7" name="">
            <a:extLst xmlns:a="http://schemas.openxmlformats.org/drawingml/2006/main">
              <a:ext uri="{FF2B5EF4-FFF2-40B4-BE49-F238E27FC236}">
                <a16:creationId xmlns:a16="http://schemas.microsoft.com/office/drawing/2014/main" id="{A344E205-C294-4A83-8A53-0A3659E71517}"/>
              </a:ext>
            </a:extLst>
          </p:cNvPr>
          <p:cNvSpPr>
            <a:spLocks xmlns:a="http://schemas.openxmlformats.org/drawingml/2006/main" noGrp="1"/>
          </p:cNvSpPr>
          <p:nvPr/>
        </p:nvSpPr>
        <p:spPr>
          <a:xfrm xmlns:a="http://schemas.openxmlformats.org/drawingml/2006/main">
            <a:off x="609600" y="3457575"/>
            <a:ext cx="333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3F32"/>
                </a:solidFill>
                <a:latin typeface="Arial"/>
                <a:ea typeface="Arial"/>
                <a:cs typeface="Arial"/>
              </a:defRPr>
            </a:defPPr>
            <a:lvl1pPr>
              <a:defRPr sz="1725" b="0">
                <a:solidFill>
                  <a:srgbClr val="193F32"/>
                </a:solidFill>
                <a:latin typeface="Arial"/>
                <a:ea typeface="Arial"/>
                <a:cs typeface="Arial"/>
              </a:defRPr>
            </a:lvl1pPr>
            <a:lvl2pPr>
              <a:defRPr sz="1725" b="0">
                <a:solidFill>
                  <a:srgbClr val="193F32"/>
                </a:solidFill>
                <a:latin typeface="Arial"/>
                <a:ea typeface="Arial"/>
                <a:cs typeface="Arial"/>
              </a:defRPr>
            </a:lvl2pPr>
            <a:lvl3pPr>
              <a:defRPr sz="1725" b="0">
                <a:solidFill>
                  <a:srgbClr val="193F32"/>
                </a:solidFill>
                <a:latin typeface="Arial"/>
                <a:ea typeface="Arial"/>
                <a:cs typeface="Arial"/>
              </a:defRPr>
            </a:lvl3pPr>
            <a:lvl4pPr>
              <a:defRPr sz="1725" b="0">
                <a:solidFill>
                  <a:srgbClr val="193F32"/>
                </a:solidFill>
                <a:latin typeface="Arial"/>
                <a:ea typeface="Arial"/>
                <a:cs typeface="Arial"/>
              </a:defRPr>
            </a:lvl4pPr>
            <a:lvl5pPr>
              <a:defRPr sz="1725" b="0">
                <a:solidFill>
                  <a:srgbClr val="193F32"/>
                </a:solidFill>
                <a:latin typeface="Arial"/>
                <a:ea typeface="Arial"/>
                <a:cs typeface="Arial"/>
              </a:defRPr>
            </a:lvl5pPr>
            <a:lvl6pPr>
              <a:defRPr sz="1725" b="0">
                <a:solidFill>
                  <a:srgbClr val="193F32"/>
                </a:solidFill>
                <a:latin typeface="Arial"/>
                <a:ea typeface="Arial"/>
                <a:cs typeface="Arial"/>
              </a:defRPr>
            </a:lvl6pPr>
            <a:lvl7pPr>
              <a:defRPr sz="1725" b="0">
                <a:solidFill>
                  <a:srgbClr val="193F32"/>
                </a:solidFill>
                <a:latin typeface="Arial"/>
                <a:ea typeface="Arial"/>
                <a:cs typeface="Arial"/>
              </a:defRPr>
            </a:lvl7pPr>
            <a:lvl8pPr>
              <a:defRPr sz="1725" b="0">
                <a:solidFill>
                  <a:srgbClr val="193F32"/>
                </a:solidFill>
                <a:latin typeface="Arial"/>
                <a:ea typeface="Arial"/>
                <a:cs typeface="Arial"/>
              </a:defRPr>
            </a:lvl8pPr>
            <a:lvl9pPr>
              <a:defRPr sz="1725" b="0">
                <a:solidFill>
                  <a:srgbClr val="193F32"/>
                </a:solidFill>
                <a:latin typeface="Arial"/>
                <a:ea typeface="Arial"/>
                <a:cs typeface="Arial"/>
              </a:defRPr>
            </a:lvl9pPr>
          </a:lstStyle>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EC2 replacement · controlled scaling</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EFS/EBS · peering · SSM</a:t>
            </a:r>
          </a:p>
        </p:txBody>
      </p:sp>
      <p:sp>
        <p:nvSpPr>
          <p:cNvPr id="8" name="">
            <a:extLst xmlns:a="http://schemas.openxmlformats.org/drawingml/2006/main">
              <a:ext uri="{FF2B5EF4-FFF2-40B4-BE49-F238E27FC236}">
                <a16:creationId xmlns:a16="http://schemas.microsoft.com/office/drawing/2014/main" id="{3762C80C-9C5A-47DE-B144-50ECF2FF13EE}"/>
              </a:ext>
            </a:extLst>
          </p:cNvPr>
          <p:cNvSpPr>
            <a:spLocks xmlns:a="http://schemas.openxmlformats.org/drawingml/2006/main" noGrp="1"/>
          </p:cNvSpPr>
          <p:nvPr/>
        </p:nvSpPr>
        <p:spPr>
          <a:xfrm xmlns:a="http://schemas.openxmlformats.org/drawingml/2006/main">
            <a:off x="4324350" y="23431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416D52"/>
                </a:solidFill>
                <a:latin typeface="Arial"/>
                <a:ea typeface="Arial"/>
                <a:cs typeface="Arial"/>
              </a:defRPr>
            </a:defPPr>
            <a:lvl1pPr>
              <a:defRPr sz="2250" b="1">
                <a:solidFill>
                  <a:srgbClr val="416D52"/>
                </a:solidFill>
                <a:latin typeface="Arial"/>
                <a:ea typeface="Arial"/>
                <a:cs typeface="Arial"/>
              </a:defRPr>
            </a:lvl1pPr>
            <a:lvl2pPr>
              <a:defRPr sz="2250" b="1">
                <a:solidFill>
                  <a:srgbClr val="416D52"/>
                </a:solidFill>
                <a:latin typeface="Arial"/>
                <a:ea typeface="Arial"/>
                <a:cs typeface="Arial"/>
              </a:defRPr>
            </a:lvl2pPr>
            <a:lvl3pPr>
              <a:defRPr sz="2250" b="1">
                <a:solidFill>
                  <a:srgbClr val="416D52"/>
                </a:solidFill>
                <a:latin typeface="Arial"/>
                <a:ea typeface="Arial"/>
                <a:cs typeface="Arial"/>
              </a:defRPr>
            </a:lvl3pPr>
            <a:lvl4pPr>
              <a:defRPr sz="2250" b="1">
                <a:solidFill>
                  <a:srgbClr val="416D52"/>
                </a:solidFill>
                <a:latin typeface="Arial"/>
                <a:ea typeface="Arial"/>
                <a:cs typeface="Arial"/>
              </a:defRPr>
            </a:lvl4pPr>
            <a:lvl5pPr>
              <a:defRPr sz="2250" b="1">
                <a:solidFill>
                  <a:srgbClr val="416D52"/>
                </a:solidFill>
                <a:latin typeface="Arial"/>
                <a:ea typeface="Arial"/>
                <a:cs typeface="Arial"/>
              </a:defRPr>
            </a:lvl5pPr>
            <a:lvl6pPr>
              <a:defRPr sz="2250" b="1">
                <a:solidFill>
                  <a:srgbClr val="416D52"/>
                </a:solidFill>
                <a:latin typeface="Arial"/>
                <a:ea typeface="Arial"/>
                <a:cs typeface="Arial"/>
              </a:defRPr>
            </a:lvl6pPr>
            <a:lvl7pPr>
              <a:defRPr sz="2250" b="1">
                <a:solidFill>
                  <a:srgbClr val="416D52"/>
                </a:solidFill>
                <a:latin typeface="Arial"/>
                <a:ea typeface="Arial"/>
                <a:cs typeface="Arial"/>
              </a:defRPr>
            </a:lvl7pPr>
            <a:lvl8pPr>
              <a:defRPr sz="2250" b="1">
                <a:solidFill>
                  <a:srgbClr val="416D52"/>
                </a:solidFill>
                <a:latin typeface="Arial"/>
                <a:ea typeface="Arial"/>
                <a:cs typeface="Arial"/>
              </a:defRPr>
            </a:lvl8pPr>
            <a:lvl9pPr>
              <a:defRPr sz="2250" b="1">
                <a:solidFill>
                  <a:srgbClr val="416D52"/>
                </a:solidFill>
                <a:latin typeface="Arial"/>
                <a:ea typeface="Arial"/>
                <a:cs typeface="Arial"/>
              </a:defRPr>
            </a:lvl9pPr>
          </a:lstStyle>
          <a:p xmlns:a="http://schemas.openxmlformats.org/drawingml/2006/main">
            <a:pPr>
              <a:defRPr sz="2250" b="1">
                <a:solidFill>
                  <a:srgbClr val="416D52"/>
                </a:solidFill>
                <a:latin typeface="Arial"/>
                <a:ea typeface="Arial"/>
                <a:cs typeface="Arial"/>
              </a:defRPr>
            </a:pPr>
            <a:r>
              <a:rPr sz="2250" b="1">
                <a:solidFill>
                  <a:srgbClr val="416D52"/>
                </a:solidFill>
                <a:latin typeface="Arial"/>
                <a:ea typeface="Arial"/>
                <a:cs typeface="Arial"/>
              </a:rPr>
              <a:t>Security + recovery</a:t>
            </a:r>
          </a:p>
        </p:txBody>
      </p:sp>
      <p:sp>
        <p:nvSpPr>
          <p:cNvPr id="9" name="">
            <a:extLst xmlns:a="http://schemas.openxmlformats.org/drawingml/2006/main">
              <a:ext uri="{FF2B5EF4-FFF2-40B4-BE49-F238E27FC236}">
                <a16:creationId xmlns:a16="http://schemas.microsoft.com/office/drawing/2014/main" id="{16F4C824-571C-45A8-A2F9-3E19BC471E5F}"/>
              </a:ext>
            </a:extLst>
          </p:cNvPr>
          <p:cNvSpPr>
            <a:spLocks xmlns:a="http://schemas.openxmlformats.org/drawingml/2006/main" noGrp="1"/>
          </p:cNvSpPr>
          <p:nvPr/>
        </p:nvSpPr>
        <p:spPr>
          <a:xfrm xmlns:a="http://schemas.openxmlformats.org/drawingml/2006/main">
            <a:off x="4324350" y="3457575"/>
            <a:ext cx="333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3F32"/>
                </a:solidFill>
                <a:latin typeface="Arial"/>
                <a:ea typeface="Arial"/>
                <a:cs typeface="Arial"/>
              </a:defRPr>
            </a:defPPr>
            <a:lvl1pPr>
              <a:defRPr sz="1725" b="0">
                <a:solidFill>
                  <a:srgbClr val="193F32"/>
                </a:solidFill>
                <a:latin typeface="Arial"/>
                <a:ea typeface="Arial"/>
                <a:cs typeface="Arial"/>
              </a:defRPr>
            </a:lvl1pPr>
            <a:lvl2pPr>
              <a:defRPr sz="1725" b="0">
                <a:solidFill>
                  <a:srgbClr val="193F32"/>
                </a:solidFill>
                <a:latin typeface="Arial"/>
                <a:ea typeface="Arial"/>
                <a:cs typeface="Arial"/>
              </a:defRPr>
            </a:lvl2pPr>
            <a:lvl3pPr>
              <a:defRPr sz="1725" b="0">
                <a:solidFill>
                  <a:srgbClr val="193F32"/>
                </a:solidFill>
                <a:latin typeface="Arial"/>
                <a:ea typeface="Arial"/>
                <a:cs typeface="Arial"/>
              </a:defRPr>
            </a:lvl3pPr>
            <a:lvl4pPr>
              <a:defRPr sz="1725" b="0">
                <a:solidFill>
                  <a:srgbClr val="193F32"/>
                </a:solidFill>
                <a:latin typeface="Arial"/>
                <a:ea typeface="Arial"/>
                <a:cs typeface="Arial"/>
              </a:defRPr>
            </a:lvl4pPr>
            <a:lvl5pPr>
              <a:defRPr sz="1725" b="0">
                <a:solidFill>
                  <a:srgbClr val="193F32"/>
                </a:solidFill>
                <a:latin typeface="Arial"/>
                <a:ea typeface="Arial"/>
                <a:cs typeface="Arial"/>
              </a:defRPr>
            </a:lvl5pPr>
            <a:lvl6pPr>
              <a:defRPr sz="1725" b="0">
                <a:solidFill>
                  <a:srgbClr val="193F32"/>
                </a:solidFill>
                <a:latin typeface="Arial"/>
                <a:ea typeface="Arial"/>
                <a:cs typeface="Arial"/>
              </a:defRPr>
            </a:lvl6pPr>
            <a:lvl7pPr>
              <a:defRPr sz="1725" b="0">
                <a:solidFill>
                  <a:srgbClr val="193F32"/>
                </a:solidFill>
                <a:latin typeface="Arial"/>
                <a:ea typeface="Arial"/>
                <a:cs typeface="Arial"/>
              </a:defRPr>
            </a:lvl7pPr>
            <a:lvl8pPr>
              <a:defRPr sz="1725" b="0">
                <a:solidFill>
                  <a:srgbClr val="193F32"/>
                </a:solidFill>
                <a:latin typeface="Arial"/>
                <a:ea typeface="Arial"/>
                <a:cs typeface="Arial"/>
              </a:defRPr>
            </a:lvl8pPr>
            <a:lvl9pPr>
              <a:defRPr sz="1725" b="0">
                <a:solidFill>
                  <a:srgbClr val="193F32"/>
                </a:solidFill>
                <a:latin typeface="Arial"/>
                <a:ea typeface="Arial"/>
                <a:cs typeface="Arial"/>
              </a:defRPr>
            </a:lvl9pPr>
          </a:lstStyle>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WAF 200 / 403 · Config remediation</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Isolated DLQ and corrected replay</a:t>
            </a:r>
          </a:p>
        </p:txBody>
      </p:sp>
      <p:sp>
        <p:nvSpPr>
          <p:cNvPr id="10" name="">
            <a:extLst xmlns:a="http://schemas.openxmlformats.org/drawingml/2006/main">
              <a:ext uri="{FF2B5EF4-FFF2-40B4-BE49-F238E27FC236}">
                <a16:creationId xmlns:a16="http://schemas.microsoft.com/office/drawing/2014/main" id="{BAC69F6D-28ED-4F52-A243-8682A4023ECD}"/>
              </a:ext>
            </a:extLst>
          </p:cNvPr>
          <p:cNvSpPr>
            <a:spLocks xmlns:a="http://schemas.openxmlformats.org/drawingml/2006/main" noGrp="1"/>
          </p:cNvSpPr>
          <p:nvPr/>
        </p:nvSpPr>
        <p:spPr>
          <a:xfrm xmlns:a="http://schemas.openxmlformats.org/drawingml/2006/main">
            <a:off x="8039100" y="23431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416D52"/>
                </a:solidFill>
                <a:latin typeface="Arial"/>
                <a:ea typeface="Arial"/>
                <a:cs typeface="Arial"/>
              </a:defRPr>
            </a:defPPr>
            <a:lvl1pPr>
              <a:defRPr sz="2250" b="1">
                <a:solidFill>
                  <a:srgbClr val="416D52"/>
                </a:solidFill>
                <a:latin typeface="Arial"/>
                <a:ea typeface="Arial"/>
                <a:cs typeface="Arial"/>
              </a:defRPr>
            </a:lvl1pPr>
            <a:lvl2pPr>
              <a:defRPr sz="2250" b="1">
                <a:solidFill>
                  <a:srgbClr val="416D52"/>
                </a:solidFill>
                <a:latin typeface="Arial"/>
                <a:ea typeface="Arial"/>
                <a:cs typeface="Arial"/>
              </a:defRPr>
            </a:lvl2pPr>
            <a:lvl3pPr>
              <a:defRPr sz="2250" b="1">
                <a:solidFill>
                  <a:srgbClr val="416D52"/>
                </a:solidFill>
                <a:latin typeface="Arial"/>
                <a:ea typeface="Arial"/>
                <a:cs typeface="Arial"/>
              </a:defRPr>
            </a:lvl3pPr>
            <a:lvl4pPr>
              <a:defRPr sz="2250" b="1">
                <a:solidFill>
                  <a:srgbClr val="416D52"/>
                </a:solidFill>
                <a:latin typeface="Arial"/>
                <a:ea typeface="Arial"/>
                <a:cs typeface="Arial"/>
              </a:defRPr>
            </a:lvl4pPr>
            <a:lvl5pPr>
              <a:defRPr sz="2250" b="1">
                <a:solidFill>
                  <a:srgbClr val="416D52"/>
                </a:solidFill>
                <a:latin typeface="Arial"/>
                <a:ea typeface="Arial"/>
                <a:cs typeface="Arial"/>
              </a:defRPr>
            </a:lvl5pPr>
            <a:lvl6pPr>
              <a:defRPr sz="2250" b="1">
                <a:solidFill>
                  <a:srgbClr val="416D52"/>
                </a:solidFill>
                <a:latin typeface="Arial"/>
                <a:ea typeface="Arial"/>
                <a:cs typeface="Arial"/>
              </a:defRPr>
            </a:lvl6pPr>
            <a:lvl7pPr>
              <a:defRPr sz="2250" b="1">
                <a:solidFill>
                  <a:srgbClr val="416D52"/>
                </a:solidFill>
                <a:latin typeface="Arial"/>
                <a:ea typeface="Arial"/>
                <a:cs typeface="Arial"/>
              </a:defRPr>
            </a:lvl7pPr>
            <a:lvl8pPr>
              <a:defRPr sz="2250" b="1">
                <a:solidFill>
                  <a:srgbClr val="416D52"/>
                </a:solidFill>
                <a:latin typeface="Arial"/>
                <a:ea typeface="Arial"/>
                <a:cs typeface="Arial"/>
              </a:defRPr>
            </a:lvl8pPr>
            <a:lvl9pPr>
              <a:defRPr sz="2250" b="1">
                <a:solidFill>
                  <a:srgbClr val="416D52"/>
                </a:solidFill>
                <a:latin typeface="Arial"/>
                <a:ea typeface="Arial"/>
                <a:cs typeface="Arial"/>
              </a:defRPr>
            </a:lvl9pPr>
          </a:lstStyle>
          <a:p xmlns:a="http://schemas.openxmlformats.org/drawingml/2006/main">
            <a:pPr>
              <a:defRPr sz="2250" b="1">
                <a:solidFill>
                  <a:srgbClr val="416D52"/>
                </a:solidFill>
                <a:latin typeface="Arial"/>
                <a:ea typeface="Arial"/>
                <a:cs typeface="Arial"/>
              </a:defRPr>
            </a:pPr>
            <a:r>
              <a:rPr sz="2250" b="1">
                <a:solidFill>
                  <a:srgbClr val="416D52"/>
                </a:solidFill>
                <a:latin typeface="Arial"/>
                <a:ea typeface="Arial"/>
                <a:cs typeface="Arial"/>
              </a:rPr>
              <a:t>SQL + migration</a:t>
            </a:r>
          </a:p>
        </p:txBody>
      </p:sp>
      <p:sp>
        <p:nvSpPr>
          <p:cNvPr id="11" name="">
            <a:extLst xmlns:a="http://schemas.openxmlformats.org/drawingml/2006/main">
              <a:ext uri="{FF2B5EF4-FFF2-40B4-BE49-F238E27FC236}">
                <a16:creationId xmlns:a16="http://schemas.microsoft.com/office/drawing/2014/main" id="{871DBB32-D108-4F81-997D-6558FEAB00D7}"/>
              </a:ext>
            </a:extLst>
          </p:cNvPr>
          <p:cNvSpPr>
            <a:spLocks xmlns:a="http://schemas.openxmlformats.org/drawingml/2006/main" noGrp="1"/>
          </p:cNvSpPr>
          <p:nvPr/>
        </p:nvSpPr>
        <p:spPr>
          <a:xfrm xmlns:a="http://schemas.openxmlformats.org/drawingml/2006/main">
            <a:off x="8039100" y="3457575"/>
            <a:ext cx="333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3F32"/>
                </a:solidFill>
                <a:latin typeface="Arial"/>
                <a:ea typeface="Arial"/>
                <a:cs typeface="Arial"/>
              </a:defRPr>
            </a:defPPr>
            <a:lvl1pPr>
              <a:defRPr sz="1725" b="0">
                <a:solidFill>
                  <a:srgbClr val="193F32"/>
                </a:solidFill>
                <a:latin typeface="Arial"/>
                <a:ea typeface="Arial"/>
                <a:cs typeface="Arial"/>
              </a:defRPr>
            </a:lvl1pPr>
            <a:lvl2pPr>
              <a:defRPr sz="1725" b="0">
                <a:solidFill>
                  <a:srgbClr val="193F32"/>
                </a:solidFill>
                <a:latin typeface="Arial"/>
                <a:ea typeface="Arial"/>
                <a:cs typeface="Arial"/>
              </a:defRPr>
            </a:lvl2pPr>
            <a:lvl3pPr>
              <a:defRPr sz="1725" b="0">
                <a:solidFill>
                  <a:srgbClr val="193F32"/>
                </a:solidFill>
                <a:latin typeface="Arial"/>
                <a:ea typeface="Arial"/>
                <a:cs typeface="Arial"/>
              </a:defRPr>
            </a:lvl3pPr>
            <a:lvl4pPr>
              <a:defRPr sz="1725" b="0">
                <a:solidFill>
                  <a:srgbClr val="193F32"/>
                </a:solidFill>
                <a:latin typeface="Arial"/>
                <a:ea typeface="Arial"/>
                <a:cs typeface="Arial"/>
              </a:defRPr>
            </a:lvl4pPr>
            <a:lvl5pPr>
              <a:defRPr sz="1725" b="0">
                <a:solidFill>
                  <a:srgbClr val="193F32"/>
                </a:solidFill>
                <a:latin typeface="Arial"/>
                <a:ea typeface="Arial"/>
                <a:cs typeface="Arial"/>
              </a:defRPr>
            </a:lvl5pPr>
            <a:lvl6pPr>
              <a:defRPr sz="1725" b="0">
                <a:solidFill>
                  <a:srgbClr val="193F32"/>
                </a:solidFill>
                <a:latin typeface="Arial"/>
                <a:ea typeface="Arial"/>
                <a:cs typeface="Arial"/>
              </a:defRPr>
            </a:lvl6pPr>
            <a:lvl7pPr>
              <a:defRPr sz="1725" b="0">
                <a:solidFill>
                  <a:srgbClr val="193F32"/>
                </a:solidFill>
                <a:latin typeface="Arial"/>
                <a:ea typeface="Arial"/>
                <a:cs typeface="Arial"/>
              </a:defRPr>
            </a:lvl7pPr>
            <a:lvl8pPr>
              <a:defRPr sz="1725" b="0">
                <a:solidFill>
                  <a:srgbClr val="193F32"/>
                </a:solidFill>
                <a:latin typeface="Arial"/>
                <a:ea typeface="Arial"/>
                <a:cs typeface="Arial"/>
              </a:defRPr>
            </a:lvl8pPr>
            <a:lvl9pPr>
              <a:defRPr sz="1725" b="0">
                <a:solidFill>
                  <a:srgbClr val="193F32"/>
                </a:solidFill>
                <a:latin typeface="Arial"/>
                <a:ea typeface="Arial"/>
                <a:cs typeface="Arial"/>
              </a:defRPr>
            </a:lvl9pPr>
          </a:lstStyle>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Private PostgreSQL · verified TLS</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DMS full load: 3 exact rows</a:t>
            </a:r>
          </a:p>
        </p:txBody>
      </p:sp>
      <p:sp>
        <p:nvSpPr>
          <p:cNvPr id="12" name="">
            <a:extLst xmlns:a="http://schemas.openxmlformats.org/drawingml/2006/main">
              <a:ext uri="{FF2B5EF4-FFF2-40B4-BE49-F238E27FC236}">
                <a16:creationId xmlns:a16="http://schemas.microsoft.com/office/drawing/2014/main" id="{E0D4B1EA-B690-472D-BF6D-12350336D5E8}"/>
              </a:ext>
            </a:extLst>
          </p:cNvPr>
          <p:cNvSpPr>
            <a:spLocks xmlns:a="http://schemas.openxmlformats.org/drawingml/2006/main" noGrp="1"/>
          </p:cNvSpPr>
          <p:nvPr/>
        </p:nvSpPr>
        <p:spPr>
          <a:xfrm xmlns:a="http://schemas.openxmlformats.org/drawingml/2006/main">
            <a:off x="609600" y="55626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06138"/>
                </a:solidFill>
                <a:latin typeface="Arial"/>
                <a:ea typeface="Arial"/>
                <a:cs typeface="Arial"/>
              </a:defRPr>
            </a:defPPr>
            <a:lvl1pPr>
              <a:defRPr sz="1800" b="1">
                <a:solidFill>
                  <a:srgbClr val="B06138"/>
                </a:solidFill>
                <a:latin typeface="Arial"/>
                <a:ea typeface="Arial"/>
                <a:cs typeface="Arial"/>
              </a:defRPr>
            </a:lvl1pPr>
            <a:lvl2pPr>
              <a:defRPr sz="1800" b="1">
                <a:solidFill>
                  <a:srgbClr val="B06138"/>
                </a:solidFill>
                <a:latin typeface="Arial"/>
                <a:ea typeface="Arial"/>
                <a:cs typeface="Arial"/>
              </a:defRPr>
            </a:lvl2pPr>
            <a:lvl3pPr>
              <a:defRPr sz="1800" b="1">
                <a:solidFill>
                  <a:srgbClr val="B06138"/>
                </a:solidFill>
                <a:latin typeface="Arial"/>
                <a:ea typeface="Arial"/>
                <a:cs typeface="Arial"/>
              </a:defRPr>
            </a:lvl3pPr>
            <a:lvl4pPr>
              <a:defRPr sz="1800" b="1">
                <a:solidFill>
                  <a:srgbClr val="B06138"/>
                </a:solidFill>
                <a:latin typeface="Arial"/>
                <a:ea typeface="Arial"/>
                <a:cs typeface="Arial"/>
              </a:defRPr>
            </a:lvl4pPr>
            <a:lvl5pPr>
              <a:defRPr sz="1800" b="1">
                <a:solidFill>
                  <a:srgbClr val="B06138"/>
                </a:solidFill>
                <a:latin typeface="Arial"/>
                <a:ea typeface="Arial"/>
                <a:cs typeface="Arial"/>
              </a:defRPr>
            </a:lvl5pPr>
            <a:lvl6pPr>
              <a:defRPr sz="1800" b="1">
                <a:solidFill>
                  <a:srgbClr val="B06138"/>
                </a:solidFill>
                <a:latin typeface="Arial"/>
                <a:ea typeface="Arial"/>
                <a:cs typeface="Arial"/>
              </a:defRPr>
            </a:lvl6pPr>
            <a:lvl7pPr>
              <a:defRPr sz="1800" b="1">
                <a:solidFill>
                  <a:srgbClr val="B06138"/>
                </a:solidFill>
                <a:latin typeface="Arial"/>
                <a:ea typeface="Arial"/>
                <a:cs typeface="Arial"/>
              </a:defRPr>
            </a:lvl7pPr>
            <a:lvl8pPr>
              <a:defRPr sz="1800" b="1">
                <a:solidFill>
                  <a:srgbClr val="B06138"/>
                </a:solidFill>
                <a:latin typeface="Arial"/>
                <a:ea typeface="Arial"/>
                <a:cs typeface="Arial"/>
              </a:defRPr>
            </a:lvl8pPr>
            <a:lvl9pPr>
              <a:defRPr sz="1800" b="1">
                <a:solidFill>
                  <a:srgbClr val="B06138"/>
                </a:solidFill>
                <a:latin typeface="Arial"/>
                <a:ea typeface="Arial"/>
                <a:cs typeface="Arial"/>
              </a:defRPr>
            </a:lvl9pPr>
          </a:lstStyle>
          <a:p xmlns:a="http://schemas.openxmlformats.org/drawingml/2006/main">
            <a:pPr>
              <a:defRPr sz="1800" b="1">
                <a:solidFill>
                  <a:srgbClr val="B06138"/>
                </a:solidFill>
                <a:latin typeface="Arial"/>
                <a:ea typeface="Arial"/>
                <a:cs typeface="Arial"/>
              </a:defRPr>
            </a:pPr>
            <a:r>
              <a:rPr sz="1800" b="1">
                <a:solidFill>
                  <a:srgbClr val="B06138"/>
                </a:solidFill>
                <a:latin typeface="Arial"/>
                <a:ea typeface="Arial"/>
                <a:cs typeface="Arial"/>
              </a:rPr>
              <a:t>Five disposable stacks deleted. The retained application remains deployed.</a:t>
            </a:r>
          </a:p>
        </p:txBody>
      </p:sp>
    </p:spTree>
    <p:extLst>
      <p:ext uri="{BB962C8B-B14F-4D97-AF65-F5344CB8AC3E}">
        <p14:creationId xmlns:p14="http://schemas.microsoft.com/office/powerpoint/2010/main" val="452723172"/>
      </p:ext>
    </p:extLst>
  </p:cSld>
</p:sld>
</file>

<file path=ppt/slides/slide10.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7FA1A8-4734-483E-B51C-A995948E1D09}"/>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SYLLABUS AND PROOF</a:t>
            </a:r>
          </a:p>
        </p:txBody>
      </p:sp>
      <p:sp>
        <p:nvSpPr>
          <p:cNvPr id="2" name="">
            <a:extLst xmlns:a="http://schemas.openxmlformats.org/drawingml/2006/main">
              <a:ext uri="{FF2B5EF4-FFF2-40B4-BE49-F238E27FC236}">
                <a16:creationId xmlns:a16="http://schemas.microsoft.com/office/drawing/2014/main" id="{57CF8CC9-A173-4FD4-82A2-CBB6083E0FA6}"/>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All eight modules have an explicit treatment.</a:t>
            </a:r>
          </a:p>
        </p:txBody>
      </p:sp>
      <p:sp>
        <p:nvSpPr>
          <p:cNvPr id="3" name="">
            <a:extLst xmlns:a="http://schemas.openxmlformats.org/drawingml/2006/main">
              <a:ext uri="{FF2B5EF4-FFF2-40B4-BE49-F238E27FC236}">
                <a16:creationId xmlns:a16="http://schemas.microsoft.com/office/drawing/2014/main" id="{56ECB75F-E50A-41D1-AB5E-0B24A8F11B7A}"/>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BAC86E-F7D1-472E-BEE2-5794AB305E44}"/>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DB7FCE8E-932B-403F-93FC-B02DE73EB520}"/>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110E451D-3C94-4CF2-AF5D-28E8B69519A0}"/>
              </a:ext>
            </a:extLst>
          </p:cNvPr>
          <p:cNvSpPr>
            <a:spLocks xmlns:a="http://schemas.openxmlformats.org/drawingml/2006/main" noGrp="1"/>
          </p:cNvSpPr>
          <p:nvPr/>
        </p:nvSpPr>
        <p:spPr>
          <a:xfrm xmlns:a="http://schemas.openxmlformats.org/drawingml/2006/main">
            <a:off x="609600" y="227647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16D52"/>
                </a:solidFill>
                <a:latin typeface="Arial"/>
                <a:ea typeface="Arial"/>
                <a:cs typeface="Arial"/>
              </a:defRPr>
            </a:defPPr>
            <a:lvl1pPr>
              <a:defRPr sz="2175" b="1">
                <a:solidFill>
                  <a:srgbClr val="416D52"/>
                </a:solidFill>
                <a:latin typeface="Arial"/>
                <a:ea typeface="Arial"/>
                <a:cs typeface="Arial"/>
              </a:defRPr>
            </a:lvl1pPr>
            <a:lvl2pPr>
              <a:defRPr sz="2175" b="1">
                <a:solidFill>
                  <a:srgbClr val="416D52"/>
                </a:solidFill>
                <a:latin typeface="Arial"/>
                <a:ea typeface="Arial"/>
                <a:cs typeface="Arial"/>
              </a:defRPr>
            </a:lvl2pPr>
            <a:lvl3pPr>
              <a:defRPr sz="2175" b="1">
                <a:solidFill>
                  <a:srgbClr val="416D52"/>
                </a:solidFill>
                <a:latin typeface="Arial"/>
                <a:ea typeface="Arial"/>
                <a:cs typeface="Arial"/>
              </a:defRPr>
            </a:lvl3pPr>
            <a:lvl4pPr>
              <a:defRPr sz="2175" b="1">
                <a:solidFill>
                  <a:srgbClr val="416D52"/>
                </a:solidFill>
                <a:latin typeface="Arial"/>
                <a:ea typeface="Arial"/>
                <a:cs typeface="Arial"/>
              </a:defRPr>
            </a:lvl4pPr>
            <a:lvl5pPr>
              <a:defRPr sz="2175" b="1">
                <a:solidFill>
                  <a:srgbClr val="416D52"/>
                </a:solidFill>
                <a:latin typeface="Arial"/>
                <a:ea typeface="Arial"/>
                <a:cs typeface="Arial"/>
              </a:defRPr>
            </a:lvl5pPr>
            <a:lvl6pPr>
              <a:defRPr sz="2175" b="1">
                <a:solidFill>
                  <a:srgbClr val="416D52"/>
                </a:solidFill>
                <a:latin typeface="Arial"/>
                <a:ea typeface="Arial"/>
                <a:cs typeface="Arial"/>
              </a:defRPr>
            </a:lvl6pPr>
            <a:lvl7pPr>
              <a:defRPr sz="2175" b="1">
                <a:solidFill>
                  <a:srgbClr val="416D52"/>
                </a:solidFill>
                <a:latin typeface="Arial"/>
                <a:ea typeface="Arial"/>
                <a:cs typeface="Arial"/>
              </a:defRPr>
            </a:lvl7pPr>
            <a:lvl8pPr>
              <a:defRPr sz="2175" b="1">
                <a:solidFill>
                  <a:srgbClr val="416D52"/>
                </a:solidFill>
                <a:latin typeface="Arial"/>
                <a:ea typeface="Arial"/>
                <a:cs typeface="Arial"/>
              </a:defRPr>
            </a:lvl8pPr>
            <a:lvl9pPr>
              <a:defRPr sz="2175" b="1">
                <a:solidFill>
                  <a:srgbClr val="416D52"/>
                </a:solidFill>
                <a:latin typeface="Arial"/>
                <a:ea typeface="Arial"/>
                <a:cs typeface="Arial"/>
              </a:defRPr>
            </a:lvl9pPr>
          </a:lstStyle>
          <a:p xmlns:a="http://schemas.openxmlformats.org/drawingml/2006/main">
            <a:pPr>
              <a:defRPr sz="2175" b="1">
                <a:solidFill>
                  <a:srgbClr val="416D52"/>
                </a:solidFill>
                <a:latin typeface="Arial"/>
                <a:ea typeface="Arial"/>
                <a:cs typeface="Arial"/>
              </a:defRPr>
            </a:pPr>
            <a:r>
              <a:rPr sz="2175" b="1">
                <a:solidFill>
                  <a:srgbClr val="416D52"/>
                </a:solidFill>
                <a:latin typeface="Arial"/>
                <a:ea typeface="Arial"/>
                <a:cs typeface="Arial"/>
              </a:rPr>
              <a:t>Retained product</a:t>
            </a:r>
          </a:p>
        </p:txBody>
      </p:sp>
      <p:sp>
        <p:nvSpPr>
          <p:cNvPr id="7" name="">
            <a:extLst xmlns:a="http://schemas.openxmlformats.org/drawingml/2006/main">
              <a:ext uri="{FF2B5EF4-FFF2-40B4-BE49-F238E27FC236}">
                <a16:creationId xmlns:a16="http://schemas.microsoft.com/office/drawing/2014/main" id="{76ED0A07-8719-4592-990B-FD125FEFC8CD}"/>
              </a:ext>
            </a:extLst>
          </p:cNvPr>
          <p:cNvSpPr>
            <a:spLocks xmlns:a="http://schemas.openxmlformats.org/drawingml/2006/main" noGrp="1"/>
          </p:cNvSpPr>
          <p:nvPr/>
        </p:nvSpPr>
        <p:spPr>
          <a:xfrm xmlns:a="http://schemas.openxmlformats.org/drawingml/2006/main">
            <a:off x="609600" y="3438525"/>
            <a:ext cx="3333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3F32"/>
                </a:solidFill>
                <a:latin typeface="Arial"/>
                <a:ea typeface="Arial"/>
                <a:cs typeface="Arial"/>
              </a:defRPr>
            </a:defPPr>
            <a:lvl1pPr>
              <a:defRPr sz="1725" b="0">
                <a:solidFill>
                  <a:srgbClr val="193F32"/>
                </a:solidFill>
                <a:latin typeface="Arial"/>
                <a:ea typeface="Arial"/>
                <a:cs typeface="Arial"/>
              </a:defRPr>
            </a:lvl1pPr>
            <a:lvl2pPr>
              <a:defRPr sz="1725" b="0">
                <a:solidFill>
                  <a:srgbClr val="193F32"/>
                </a:solidFill>
                <a:latin typeface="Arial"/>
                <a:ea typeface="Arial"/>
                <a:cs typeface="Arial"/>
              </a:defRPr>
            </a:lvl2pPr>
            <a:lvl3pPr>
              <a:defRPr sz="1725" b="0">
                <a:solidFill>
                  <a:srgbClr val="193F32"/>
                </a:solidFill>
                <a:latin typeface="Arial"/>
                <a:ea typeface="Arial"/>
                <a:cs typeface="Arial"/>
              </a:defRPr>
            </a:lvl3pPr>
            <a:lvl4pPr>
              <a:defRPr sz="1725" b="0">
                <a:solidFill>
                  <a:srgbClr val="193F32"/>
                </a:solidFill>
                <a:latin typeface="Arial"/>
                <a:ea typeface="Arial"/>
                <a:cs typeface="Arial"/>
              </a:defRPr>
            </a:lvl4pPr>
            <a:lvl5pPr>
              <a:defRPr sz="1725" b="0">
                <a:solidFill>
                  <a:srgbClr val="193F32"/>
                </a:solidFill>
                <a:latin typeface="Arial"/>
                <a:ea typeface="Arial"/>
                <a:cs typeface="Arial"/>
              </a:defRPr>
            </a:lvl5pPr>
            <a:lvl6pPr>
              <a:defRPr sz="1725" b="0">
                <a:solidFill>
                  <a:srgbClr val="193F32"/>
                </a:solidFill>
                <a:latin typeface="Arial"/>
                <a:ea typeface="Arial"/>
                <a:cs typeface="Arial"/>
              </a:defRPr>
            </a:lvl6pPr>
            <a:lvl7pPr>
              <a:defRPr sz="1725" b="0">
                <a:solidFill>
                  <a:srgbClr val="193F32"/>
                </a:solidFill>
                <a:latin typeface="Arial"/>
                <a:ea typeface="Arial"/>
                <a:cs typeface="Arial"/>
              </a:defRPr>
            </a:lvl7pPr>
            <a:lvl8pPr>
              <a:defRPr sz="1725" b="0">
                <a:solidFill>
                  <a:srgbClr val="193F32"/>
                </a:solidFill>
                <a:latin typeface="Arial"/>
                <a:ea typeface="Arial"/>
                <a:cs typeface="Arial"/>
              </a:defRPr>
            </a:lvl8pPr>
            <a:lvl9pPr>
              <a:defRPr sz="1725" b="0">
                <a:solidFill>
                  <a:srgbClr val="193F32"/>
                </a:solidFill>
                <a:latin typeface="Arial"/>
                <a:ea typeface="Arial"/>
                <a:cs typeface="Arial"/>
              </a:defRPr>
            </a:lvl9pPr>
          </a:lstStyle>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IAM · S3 · DynamoDB · Streams</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SQS · SNS · Step Functions</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KMS · monitoring · audit · budgets</a:t>
            </a:r>
          </a:p>
        </p:txBody>
      </p:sp>
      <p:sp>
        <p:nvSpPr>
          <p:cNvPr id="8" name="">
            <a:extLst xmlns:a="http://schemas.openxmlformats.org/drawingml/2006/main">
              <a:ext uri="{FF2B5EF4-FFF2-40B4-BE49-F238E27FC236}">
                <a16:creationId xmlns:a16="http://schemas.microsoft.com/office/drawing/2014/main" id="{5198C9B7-F2A0-4CBA-8F1F-08563B69AB0E}"/>
              </a:ext>
            </a:extLst>
          </p:cNvPr>
          <p:cNvSpPr>
            <a:spLocks xmlns:a="http://schemas.openxmlformats.org/drawingml/2006/main" noGrp="1"/>
          </p:cNvSpPr>
          <p:nvPr/>
        </p:nvSpPr>
        <p:spPr>
          <a:xfrm xmlns:a="http://schemas.openxmlformats.org/drawingml/2006/main">
            <a:off x="4324350" y="227647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16D52"/>
                </a:solidFill>
                <a:latin typeface="Arial"/>
                <a:ea typeface="Arial"/>
                <a:cs typeface="Arial"/>
              </a:defRPr>
            </a:defPPr>
            <a:lvl1pPr>
              <a:defRPr sz="2175" b="1">
                <a:solidFill>
                  <a:srgbClr val="416D52"/>
                </a:solidFill>
                <a:latin typeface="Arial"/>
                <a:ea typeface="Arial"/>
                <a:cs typeface="Arial"/>
              </a:defRPr>
            </a:lvl1pPr>
            <a:lvl2pPr>
              <a:defRPr sz="2175" b="1">
                <a:solidFill>
                  <a:srgbClr val="416D52"/>
                </a:solidFill>
                <a:latin typeface="Arial"/>
                <a:ea typeface="Arial"/>
                <a:cs typeface="Arial"/>
              </a:defRPr>
            </a:lvl2pPr>
            <a:lvl3pPr>
              <a:defRPr sz="2175" b="1">
                <a:solidFill>
                  <a:srgbClr val="416D52"/>
                </a:solidFill>
                <a:latin typeface="Arial"/>
                <a:ea typeface="Arial"/>
                <a:cs typeface="Arial"/>
              </a:defRPr>
            </a:lvl3pPr>
            <a:lvl4pPr>
              <a:defRPr sz="2175" b="1">
                <a:solidFill>
                  <a:srgbClr val="416D52"/>
                </a:solidFill>
                <a:latin typeface="Arial"/>
                <a:ea typeface="Arial"/>
                <a:cs typeface="Arial"/>
              </a:defRPr>
            </a:lvl4pPr>
            <a:lvl5pPr>
              <a:defRPr sz="2175" b="1">
                <a:solidFill>
                  <a:srgbClr val="416D52"/>
                </a:solidFill>
                <a:latin typeface="Arial"/>
                <a:ea typeface="Arial"/>
                <a:cs typeface="Arial"/>
              </a:defRPr>
            </a:lvl5pPr>
            <a:lvl6pPr>
              <a:defRPr sz="2175" b="1">
                <a:solidFill>
                  <a:srgbClr val="416D52"/>
                </a:solidFill>
                <a:latin typeface="Arial"/>
                <a:ea typeface="Arial"/>
                <a:cs typeface="Arial"/>
              </a:defRPr>
            </a:lvl6pPr>
            <a:lvl7pPr>
              <a:defRPr sz="2175" b="1">
                <a:solidFill>
                  <a:srgbClr val="416D52"/>
                </a:solidFill>
                <a:latin typeface="Arial"/>
                <a:ea typeface="Arial"/>
                <a:cs typeface="Arial"/>
              </a:defRPr>
            </a:lvl7pPr>
            <a:lvl8pPr>
              <a:defRPr sz="2175" b="1">
                <a:solidFill>
                  <a:srgbClr val="416D52"/>
                </a:solidFill>
                <a:latin typeface="Arial"/>
                <a:ea typeface="Arial"/>
                <a:cs typeface="Arial"/>
              </a:defRPr>
            </a:lvl8pPr>
            <a:lvl9pPr>
              <a:defRPr sz="2175" b="1">
                <a:solidFill>
                  <a:srgbClr val="416D52"/>
                </a:solidFill>
                <a:latin typeface="Arial"/>
                <a:ea typeface="Arial"/>
                <a:cs typeface="Arial"/>
              </a:defRPr>
            </a:lvl9pPr>
          </a:lstStyle>
          <a:p xmlns:a="http://schemas.openxmlformats.org/drawingml/2006/main">
            <a:pPr>
              <a:defRPr sz="2175" b="1">
                <a:solidFill>
                  <a:srgbClr val="416D52"/>
                </a:solidFill>
                <a:latin typeface="Arial"/>
                <a:ea typeface="Arial"/>
                <a:cs typeface="Arial"/>
              </a:defRPr>
            </a:pPr>
            <a:r>
              <a:rPr sz="2175" b="1">
                <a:solidFill>
                  <a:srgbClr val="416D52"/>
                </a:solidFill>
                <a:latin typeface="Arial"/>
                <a:ea typeface="Arial"/>
                <a:cs typeface="Arial"/>
              </a:rPr>
              <a:t>Verified / deleted labs</a:t>
            </a:r>
          </a:p>
        </p:txBody>
      </p:sp>
      <p:sp>
        <p:nvSpPr>
          <p:cNvPr id="9" name="">
            <a:extLst xmlns:a="http://schemas.openxmlformats.org/drawingml/2006/main">
              <a:ext uri="{FF2B5EF4-FFF2-40B4-BE49-F238E27FC236}">
                <a16:creationId xmlns:a16="http://schemas.microsoft.com/office/drawing/2014/main" id="{9F539081-7B77-457F-8EB4-D101FF39B2A6}"/>
              </a:ext>
            </a:extLst>
          </p:cNvPr>
          <p:cNvSpPr>
            <a:spLocks xmlns:a="http://schemas.openxmlformats.org/drawingml/2006/main" noGrp="1"/>
          </p:cNvSpPr>
          <p:nvPr/>
        </p:nvSpPr>
        <p:spPr>
          <a:xfrm xmlns:a="http://schemas.openxmlformats.org/drawingml/2006/main">
            <a:off x="4324350" y="3438525"/>
            <a:ext cx="3333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3F32"/>
                </a:solidFill>
                <a:latin typeface="Arial"/>
                <a:ea typeface="Arial"/>
                <a:cs typeface="Arial"/>
              </a:defRPr>
            </a:defPPr>
            <a:lvl1pPr>
              <a:defRPr sz="1725" b="0">
                <a:solidFill>
                  <a:srgbClr val="193F32"/>
                </a:solidFill>
                <a:latin typeface="Arial"/>
                <a:ea typeface="Arial"/>
                <a:cs typeface="Arial"/>
              </a:defRPr>
            </a:lvl1pPr>
            <a:lvl2pPr>
              <a:defRPr sz="1725" b="0">
                <a:solidFill>
                  <a:srgbClr val="193F32"/>
                </a:solidFill>
                <a:latin typeface="Arial"/>
                <a:ea typeface="Arial"/>
                <a:cs typeface="Arial"/>
              </a:defRPr>
            </a:lvl2pPr>
            <a:lvl3pPr>
              <a:defRPr sz="1725" b="0">
                <a:solidFill>
                  <a:srgbClr val="193F32"/>
                </a:solidFill>
                <a:latin typeface="Arial"/>
                <a:ea typeface="Arial"/>
                <a:cs typeface="Arial"/>
              </a:defRPr>
            </a:lvl3pPr>
            <a:lvl4pPr>
              <a:defRPr sz="1725" b="0">
                <a:solidFill>
                  <a:srgbClr val="193F32"/>
                </a:solidFill>
                <a:latin typeface="Arial"/>
                <a:ea typeface="Arial"/>
                <a:cs typeface="Arial"/>
              </a:defRPr>
            </a:lvl4pPr>
            <a:lvl5pPr>
              <a:defRPr sz="1725" b="0">
                <a:solidFill>
                  <a:srgbClr val="193F32"/>
                </a:solidFill>
                <a:latin typeface="Arial"/>
                <a:ea typeface="Arial"/>
                <a:cs typeface="Arial"/>
              </a:defRPr>
            </a:lvl5pPr>
            <a:lvl6pPr>
              <a:defRPr sz="1725" b="0">
                <a:solidFill>
                  <a:srgbClr val="193F32"/>
                </a:solidFill>
                <a:latin typeface="Arial"/>
                <a:ea typeface="Arial"/>
                <a:cs typeface="Arial"/>
              </a:defRPr>
            </a:lvl6pPr>
            <a:lvl7pPr>
              <a:defRPr sz="1725" b="0">
                <a:solidFill>
                  <a:srgbClr val="193F32"/>
                </a:solidFill>
                <a:latin typeface="Arial"/>
                <a:ea typeface="Arial"/>
                <a:cs typeface="Arial"/>
              </a:defRPr>
            </a:lvl7pPr>
            <a:lvl8pPr>
              <a:defRPr sz="1725" b="0">
                <a:solidFill>
                  <a:srgbClr val="193F32"/>
                </a:solidFill>
                <a:latin typeface="Arial"/>
                <a:ea typeface="Arial"/>
                <a:cs typeface="Arial"/>
              </a:defRPr>
            </a:lvl8pPr>
            <a:lvl9pPr>
              <a:defRPr sz="1725" b="0">
                <a:solidFill>
                  <a:srgbClr val="193F32"/>
                </a:solidFill>
                <a:latin typeface="Arial"/>
                <a:ea typeface="Arial"/>
                <a:cs typeface="Arial"/>
              </a:defRPr>
            </a:lvl9pPr>
          </a:lstStyle>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EC2 · ASG · ALB · EBS · EFS</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VPC peering · SSM · Config · WAF</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RDS · DMS · queue recovery</a:t>
            </a:r>
          </a:p>
        </p:txBody>
      </p:sp>
      <p:sp>
        <p:nvSpPr>
          <p:cNvPr id="10" name="">
            <a:extLst xmlns:a="http://schemas.openxmlformats.org/drawingml/2006/main">
              <a:ext uri="{FF2B5EF4-FFF2-40B4-BE49-F238E27FC236}">
                <a16:creationId xmlns:a16="http://schemas.microsoft.com/office/drawing/2014/main" id="{5F524A7D-B6E7-41A9-9A50-107943DB22C5}"/>
              </a:ext>
            </a:extLst>
          </p:cNvPr>
          <p:cNvSpPr>
            <a:spLocks xmlns:a="http://schemas.openxmlformats.org/drawingml/2006/main" noGrp="1"/>
          </p:cNvSpPr>
          <p:nvPr/>
        </p:nvSpPr>
        <p:spPr>
          <a:xfrm xmlns:a="http://schemas.openxmlformats.org/drawingml/2006/main">
            <a:off x="8039100" y="227647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16D52"/>
                </a:solidFill>
                <a:latin typeface="Arial"/>
                <a:ea typeface="Arial"/>
                <a:cs typeface="Arial"/>
              </a:defRPr>
            </a:defPPr>
            <a:lvl1pPr>
              <a:defRPr sz="2175" b="1">
                <a:solidFill>
                  <a:srgbClr val="416D52"/>
                </a:solidFill>
                <a:latin typeface="Arial"/>
                <a:ea typeface="Arial"/>
                <a:cs typeface="Arial"/>
              </a:defRPr>
            </a:lvl1pPr>
            <a:lvl2pPr>
              <a:defRPr sz="2175" b="1">
                <a:solidFill>
                  <a:srgbClr val="416D52"/>
                </a:solidFill>
                <a:latin typeface="Arial"/>
                <a:ea typeface="Arial"/>
                <a:cs typeface="Arial"/>
              </a:defRPr>
            </a:lvl2pPr>
            <a:lvl3pPr>
              <a:defRPr sz="2175" b="1">
                <a:solidFill>
                  <a:srgbClr val="416D52"/>
                </a:solidFill>
                <a:latin typeface="Arial"/>
                <a:ea typeface="Arial"/>
                <a:cs typeface="Arial"/>
              </a:defRPr>
            </a:lvl3pPr>
            <a:lvl4pPr>
              <a:defRPr sz="2175" b="1">
                <a:solidFill>
                  <a:srgbClr val="416D52"/>
                </a:solidFill>
                <a:latin typeface="Arial"/>
                <a:ea typeface="Arial"/>
                <a:cs typeface="Arial"/>
              </a:defRPr>
            </a:lvl4pPr>
            <a:lvl5pPr>
              <a:defRPr sz="2175" b="1">
                <a:solidFill>
                  <a:srgbClr val="416D52"/>
                </a:solidFill>
                <a:latin typeface="Arial"/>
                <a:ea typeface="Arial"/>
                <a:cs typeface="Arial"/>
              </a:defRPr>
            </a:lvl5pPr>
            <a:lvl6pPr>
              <a:defRPr sz="2175" b="1">
                <a:solidFill>
                  <a:srgbClr val="416D52"/>
                </a:solidFill>
                <a:latin typeface="Arial"/>
                <a:ea typeface="Arial"/>
                <a:cs typeface="Arial"/>
              </a:defRPr>
            </a:lvl6pPr>
            <a:lvl7pPr>
              <a:defRPr sz="2175" b="1">
                <a:solidFill>
                  <a:srgbClr val="416D52"/>
                </a:solidFill>
                <a:latin typeface="Arial"/>
                <a:ea typeface="Arial"/>
                <a:cs typeface="Arial"/>
              </a:defRPr>
            </a:lvl7pPr>
            <a:lvl8pPr>
              <a:defRPr sz="2175" b="1">
                <a:solidFill>
                  <a:srgbClr val="416D52"/>
                </a:solidFill>
                <a:latin typeface="Arial"/>
                <a:ea typeface="Arial"/>
                <a:cs typeface="Arial"/>
              </a:defRPr>
            </a:lvl8pPr>
            <a:lvl9pPr>
              <a:defRPr sz="2175" b="1">
                <a:solidFill>
                  <a:srgbClr val="416D52"/>
                </a:solidFill>
                <a:latin typeface="Arial"/>
                <a:ea typeface="Arial"/>
                <a:cs typeface="Arial"/>
              </a:defRPr>
            </a:lvl9pPr>
          </a:lstStyle>
          <a:p xmlns:a="http://schemas.openxmlformats.org/drawingml/2006/main">
            <a:pPr>
              <a:defRPr sz="2175" b="1">
                <a:solidFill>
                  <a:srgbClr val="416D52"/>
                </a:solidFill>
                <a:latin typeface="Arial"/>
                <a:ea typeface="Arial"/>
                <a:cs typeface="Arial"/>
              </a:defRPr>
            </a:pPr>
            <a:r>
              <a:rPr sz="2175" b="1">
                <a:solidFill>
                  <a:srgbClr val="416D52"/>
                </a:solidFill>
                <a:latin typeface="Arial"/>
                <a:ea typeface="Arial"/>
                <a:cs typeface="Arial"/>
              </a:rPr>
              <a:t>Studies and restrictions</a:t>
            </a:r>
          </a:p>
        </p:txBody>
      </p:sp>
      <p:sp>
        <p:nvSpPr>
          <p:cNvPr id="11" name="">
            <a:extLst xmlns:a="http://schemas.openxmlformats.org/drawingml/2006/main">
              <a:ext uri="{FF2B5EF4-FFF2-40B4-BE49-F238E27FC236}">
                <a16:creationId xmlns:a16="http://schemas.microsoft.com/office/drawing/2014/main" id="{E9164107-6856-458F-8877-15BCE4E64B98}"/>
              </a:ext>
            </a:extLst>
          </p:cNvPr>
          <p:cNvSpPr>
            <a:spLocks xmlns:a="http://schemas.openxmlformats.org/drawingml/2006/main" noGrp="1"/>
          </p:cNvSpPr>
          <p:nvPr/>
        </p:nvSpPr>
        <p:spPr>
          <a:xfrm xmlns:a="http://schemas.openxmlformats.org/drawingml/2006/main">
            <a:off x="8039100" y="3438525"/>
            <a:ext cx="33337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3F32"/>
                </a:solidFill>
                <a:latin typeface="Arial"/>
                <a:ea typeface="Arial"/>
                <a:cs typeface="Arial"/>
              </a:defRPr>
            </a:defPPr>
            <a:lvl1pPr>
              <a:defRPr sz="1725" b="0">
                <a:solidFill>
                  <a:srgbClr val="193F32"/>
                </a:solidFill>
                <a:latin typeface="Arial"/>
                <a:ea typeface="Arial"/>
                <a:cs typeface="Arial"/>
              </a:defRPr>
            </a:lvl1pPr>
            <a:lvl2pPr>
              <a:defRPr sz="1725" b="0">
                <a:solidFill>
                  <a:srgbClr val="193F32"/>
                </a:solidFill>
                <a:latin typeface="Arial"/>
                <a:ea typeface="Arial"/>
                <a:cs typeface="Arial"/>
              </a:defRPr>
            </a:lvl2pPr>
            <a:lvl3pPr>
              <a:defRPr sz="1725" b="0">
                <a:solidFill>
                  <a:srgbClr val="193F32"/>
                </a:solidFill>
                <a:latin typeface="Arial"/>
                <a:ea typeface="Arial"/>
                <a:cs typeface="Arial"/>
              </a:defRPr>
            </a:lvl3pPr>
            <a:lvl4pPr>
              <a:defRPr sz="1725" b="0">
                <a:solidFill>
                  <a:srgbClr val="193F32"/>
                </a:solidFill>
                <a:latin typeface="Arial"/>
                <a:ea typeface="Arial"/>
                <a:cs typeface="Arial"/>
              </a:defRPr>
            </a:lvl4pPr>
            <a:lvl5pPr>
              <a:defRPr sz="1725" b="0">
                <a:solidFill>
                  <a:srgbClr val="193F32"/>
                </a:solidFill>
                <a:latin typeface="Arial"/>
                <a:ea typeface="Arial"/>
                <a:cs typeface="Arial"/>
              </a:defRPr>
            </a:lvl5pPr>
            <a:lvl6pPr>
              <a:defRPr sz="1725" b="0">
                <a:solidFill>
                  <a:srgbClr val="193F32"/>
                </a:solidFill>
                <a:latin typeface="Arial"/>
                <a:ea typeface="Arial"/>
                <a:cs typeface="Arial"/>
              </a:defRPr>
            </a:lvl6pPr>
            <a:lvl7pPr>
              <a:defRPr sz="1725" b="0">
                <a:solidFill>
                  <a:srgbClr val="193F32"/>
                </a:solidFill>
                <a:latin typeface="Arial"/>
                <a:ea typeface="Arial"/>
                <a:cs typeface="Arial"/>
              </a:defRPr>
            </a:lvl7pPr>
            <a:lvl8pPr>
              <a:defRPr sz="1725" b="0">
                <a:solidFill>
                  <a:srgbClr val="193F32"/>
                </a:solidFill>
                <a:latin typeface="Arial"/>
                <a:ea typeface="Arial"/>
                <a:cs typeface="Arial"/>
              </a:defRPr>
            </a:lvl8pPr>
            <a:lvl9pPr>
              <a:defRPr sz="1725" b="0">
                <a:solidFill>
                  <a:srgbClr val="193F32"/>
                </a:solidFill>
                <a:latin typeface="Arial"/>
                <a:ea typeface="Arial"/>
                <a:cs typeface="Arial"/>
              </a:defRPr>
            </a:lvl9pPr>
          </a:lstStyle>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Aurora · Multi-AZ · read replicas</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Direct Connect · SWF · Shield</a:t>
            </a:r>
          </a:p>
          <a:p xmlns:a="http://schemas.openxmlformats.org/drawingml/2006/main">
            <a:pPr>
              <a:defRPr sz="1725" b="0">
                <a:solidFill>
                  <a:srgbClr val="193F32"/>
                </a:solidFill>
                <a:latin typeface="Arial"/>
                <a:ea typeface="Arial"/>
                <a:cs typeface="Arial"/>
              </a:defRPr>
            </a:pPr>
            <a:r>
              <a:rPr sz="1725" b="0">
                <a:solidFill>
                  <a:srgbClr val="193F32"/>
                </a:solidFill>
                <a:latin typeface="Arial"/>
                <a:ea typeface="Arial"/>
                <a:cs typeface="Arial"/>
              </a:rPr>
              <a:t>SMS / Snow family · CloudFront</a:t>
            </a:r>
          </a:p>
        </p:txBody>
      </p:sp>
      <p:sp>
        <p:nvSpPr>
          <p:cNvPr id="12" name="">
            <a:extLst xmlns:a="http://schemas.openxmlformats.org/drawingml/2006/main">
              <a:ext uri="{FF2B5EF4-FFF2-40B4-BE49-F238E27FC236}">
                <a16:creationId xmlns:a16="http://schemas.microsoft.com/office/drawing/2014/main" id="{6430F8C7-9D49-4064-8BA5-378FEDF2957A}"/>
              </a:ext>
            </a:extLst>
          </p:cNvPr>
          <p:cNvSpPr>
            <a:spLocks xmlns:a="http://schemas.openxmlformats.org/drawingml/2006/main" noGrp="1"/>
          </p:cNvSpPr>
          <p:nvPr/>
        </p:nvSpPr>
        <p:spPr>
          <a:xfrm xmlns:a="http://schemas.openxmlformats.org/drawingml/2006/main">
            <a:off x="609600" y="571500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B6B60"/>
                </a:solidFill>
                <a:latin typeface="Arial"/>
                <a:ea typeface="Arial"/>
                <a:cs typeface="Arial"/>
              </a:defRPr>
            </a:defPPr>
            <a:lvl1pPr>
              <a:defRPr sz="1575" b="0">
                <a:solidFill>
                  <a:srgbClr val="5B6B60"/>
                </a:solidFill>
                <a:latin typeface="Arial"/>
                <a:ea typeface="Arial"/>
                <a:cs typeface="Arial"/>
              </a:defRPr>
            </a:lvl1pPr>
            <a:lvl2pPr>
              <a:defRPr sz="1575" b="0">
                <a:solidFill>
                  <a:srgbClr val="5B6B60"/>
                </a:solidFill>
                <a:latin typeface="Arial"/>
                <a:ea typeface="Arial"/>
                <a:cs typeface="Arial"/>
              </a:defRPr>
            </a:lvl2pPr>
            <a:lvl3pPr>
              <a:defRPr sz="1575" b="0">
                <a:solidFill>
                  <a:srgbClr val="5B6B60"/>
                </a:solidFill>
                <a:latin typeface="Arial"/>
                <a:ea typeface="Arial"/>
                <a:cs typeface="Arial"/>
              </a:defRPr>
            </a:lvl3pPr>
            <a:lvl4pPr>
              <a:defRPr sz="1575" b="0">
                <a:solidFill>
                  <a:srgbClr val="5B6B60"/>
                </a:solidFill>
                <a:latin typeface="Arial"/>
                <a:ea typeface="Arial"/>
                <a:cs typeface="Arial"/>
              </a:defRPr>
            </a:lvl4pPr>
            <a:lvl5pPr>
              <a:defRPr sz="1575" b="0">
                <a:solidFill>
                  <a:srgbClr val="5B6B60"/>
                </a:solidFill>
                <a:latin typeface="Arial"/>
                <a:ea typeface="Arial"/>
                <a:cs typeface="Arial"/>
              </a:defRPr>
            </a:lvl5pPr>
            <a:lvl6pPr>
              <a:defRPr sz="1575" b="0">
                <a:solidFill>
                  <a:srgbClr val="5B6B60"/>
                </a:solidFill>
                <a:latin typeface="Arial"/>
                <a:ea typeface="Arial"/>
                <a:cs typeface="Arial"/>
              </a:defRPr>
            </a:lvl6pPr>
            <a:lvl7pPr>
              <a:defRPr sz="1575" b="0">
                <a:solidFill>
                  <a:srgbClr val="5B6B60"/>
                </a:solidFill>
                <a:latin typeface="Arial"/>
                <a:ea typeface="Arial"/>
                <a:cs typeface="Arial"/>
              </a:defRPr>
            </a:lvl7pPr>
            <a:lvl8pPr>
              <a:defRPr sz="1575" b="0">
                <a:solidFill>
                  <a:srgbClr val="5B6B60"/>
                </a:solidFill>
                <a:latin typeface="Arial"/>
                <a:ea typeface="Arial"/>
                <a:cs typeface="Arial"/>
              </a:defRPr>
            </a:lvl8pPr>
            <a:lvl9pPr>
              <a:defRPr sz="1575" b="0">
                <a:solidFill>
                  <a:srgbClr val="5B6B60"/>
                </a:solidFill>
                <a:latin typeface="Arial"/>
                <a:ea typeface="Arial"/>
                <a:cs typeface="Arial"/>
              </a:defRPr>
            </a:lvl9pPr>
          </a:lstStyle>
          <a:p xmlns:a="http://schemas.openxmlformats.org/drawingml/2006/main">
            <a:pPr>
              <a:defRPr sz="1575" b="0">
                <a:solidFill>
                  <a:srgbClr val="5B6B60"/>
                </a:solidFill>
                <a:latin typeface="Arial"/>
                <a:ea typeface="Arial"/>
                <a:cs typeface="Arial"/>
              </a:defRPr>
            </a:pPr>
            <a:r>
              <a:rPr sz="1575" b="0">
                <a:solidFill>
                  <a:srgbClr val="5B6B60"/>
                </a:solidFill>
                <a:latin typeface="Arial"/>
                <a:ea typeface="Arial"/>
                <a:cs typeface="Arial"/>
              </a:rPr>
              <a:t>The matrix links each topic to its actual evidence and limits.</a:t>
            </a:r>
          </a:p>
        </p:txBody>
      </p:sp>
    </p:spTree>
    <p:extLst>
      <p:ext uri="{BB962C8B-B14F-4D97-AF65-F5344CB8AC3E}">
        <p14:creationId xmlns:p14="http://schemas.microsoft.com/office/powerpoint/2010/main" val="551537769"/>
      </p:ext>
    </p:extLst>
  </p:cSld>
</p:sld>
</file>

<file path=ppt/slides/slide11.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4A3648-ECE5-4ECA-8B4F-416268E69645}"/>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COST AND HONEST BOUNDARIES</a:t>
            </a:r>
          </a:p>
        </p:txBody>
      </p:sp>
      <p:sp>
        <p:nvSpPr>
          <p:cNvPr id="2" name="">
            <a:extLst xmlns:a="http://schemas.openxmlformats.org/drawingml/2006/main">
              <a:ext uri="{FF2B5EF4-FFF2-40B4-BE49-F238E27FC236}">
                <a16:creationId xmlns:a16="http://schemas.microsoft.com/office/drawing/2014/main" id="{39DEDAE1-BC5B-4AAC-9761-13C6787F7575}"/>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Keep the useful app. Remove idle experiments.</a:t>
            </a:r>
          </a:p>
        </p:txBody>
      </p:sp>
      <p:sp>
        <p:nvSpPr>
          <p:cNvPr id="3" name="">
            <a:extLst xmlns:a="http://schemas.openxmlformats.org/drawingml/2006/main">
              <a:ext uri="{FF2B5EF4-FFF2-40B4-BE49-F238E27FC236}">
                <a16:creationId xmlns:a16="http://schemas.microsoft.com/office/drawing/2014/main" id="{D232A9A7-B1E4-4211-AD68-DD06ACEFAE71}"/>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1089B6A-3A75-4351-80B1-355C97548F7A}"/>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3F9CD822-F136-48EA-A2E6-B7D0326AB56C}"/>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8CD1890-1AF2-483B-A5D8-901A0BA80471}"/>
              </a:ext>
            </a:extLst>
          </p:cNvPr>
          <p:cNvSpPr>
            <a:spLocks xmlns:a="http://schemas.openxmlformats.org/drawingml/2006/main" noGrp="1"/>
          </p:cNvSpPr>
          <p:nvPr/>
        </p:nvSpPr>
        <p:spPr>
          <a:xfrm xmlns:a="http://schemas.openxmlformats.org/drawingml/2006/main">
            <a:off x="609600" y="22764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416D52"/>
                </a:solidFill>
                <a:latin typeface="Arial"/>
                <a:ea typeface="Arial"/>
                <a:cs typeface="Arial"/>
              </a:defRPr>
            </a:defPPr>
            <a:lvl1pPr>
              <a:defRPr sz="5700" b="1">
                <a:solidFill>
                  <a:srgbClr val="416D52"/>
                </a:solidFill>
                <a:latin typeface="Arial"/>
                <a:ea typeface="Arial"/>
                <a:cs typeface="Arial"/>
              </a:defRPr>
            </a:lvl1pPr>
            <a:lvl2pPr>
              <a:defRPr sz="5700" b="1">
                <a:solidFill>
                  <a:srgbClr val="416D52"/>
                </a:solidFill>
                <a:latin typeface="Arial"/>
                <a:ea typeface="Arial"/>
                <a:cs typeface="Arial"/>
              </a:defRPr>
            </a:lvl2pPr>
            <a:lvl3pPr>
              <a:defRPr sz="5700" b="1">
                <a:solidFill>
                  <a:srgbClr val="416D52"/>
                </a:solidFill>
                <a:latin typeface="Arial"/>
                <a:ea typeface="Arial"/>
                <a:cs typeface="Arial"/>
              </a:defRPr>
            </a:lvl3pPr>
            <a:lvl4pPr>
              <a:defRPr sz="5700" b="1">
                <a:solidFill>
                  <a:srgbClr val="416D52"/>
                </a:solidFill>
                <a:latin typeface="Arial"/>
                <a:ea typeface="Arial"/>
                <a:cs typeface="Arial"/>
              </a:defRPr>
            </a:lvl4pPr>
            <a:lvl5pPr>
              <a:defRPr sz="5700" b="1">
                <a:solidFill>
                  <a:srgbClr val="416D52"/>
                </a:solidFill>
                <a:latin typeface="Arial"/>
                <a:ea typeface="Arial"/>
                <a:cs typeface="Arial"/>
              </a:defRPr>
            </a:lvl5pPr>
            <a:lvl6pPr>
              <a:defRPr sz="5700" b="1">
                <a:solidFill>
                  <a:srgbClr val="416D52"/>
                </a:solidFill>
                <a:latin typeface="Arial"/>
                <a:ea typeface="Arial"/>
                <a:cs typeface="Arial"/>
              </a:defRPr>
            </a:lvl6pPr>
            <a:lvl7pPr>
              <a:defRPr sz="5700" b="1">
                <a:solidFill>
                  <a:srgbClr val="416D52"/>
                </a:solidFill>
                <a:latin typeface="Arial"/>
                <a:ea typeface="Arial"/>
                <a:cs typeface="Arial"/>
              </a:defRPr>
            </a:lvl7pPr>
            <a:lvl8pPr>
              <a:defRPr sz="5700" b="1">
                <a:solidFill>
                  <a:srgbClr val="416D52"/>
                </a:solidFill>
                <a:latin typeface="Arial"/>
                <a:ea typeface="Arial"/>
                <a:cs typeface="Arial"/>
              </a:defRPr>
            </a:lvl8pPr>
            <a:lvl9pPr>
              <a:defRPr sz="5700" b="1">
                <a:solidFill>
                  <a:srgbClr val="416D52"/>
                </a:solidFill>
                <a:latin typeface="Arial"/>
                <a:ea typeface="Arial"/>
                <a:cs typeface="Arial"/>
              </a:defRPr>
            </a:lvl9pPr>
          </a:lstStyle>
          <a:p xmlns:a="http://schemas.openxmlformats.org/drawingml/2006/main">
            <a:pPr>
              <a:defRPr sz="5700" b="1">
                <a:solidFill>
                  <a:srgbClr val="416D52"/>
                </a:solidFill>
                <a:latin typeface="Arial"/>
                <a:ea typeface="Arial"/>
                <a:cs typeface="Arial"/>
              </a:defRPr>
            </a:pPr>
            <a:r>
              <a:rPr sz="5700" b="1">
                <a:solidFill>
                  <a:srgbClr val="416D52"/>
                </a:solidFill>
                <a:latin typeface="Arial"/>
                <a:ea typeface="Arial"/>
                <a:cs typeface="Arial"/>
              </a:rPr>
              <a:t>$200</a:t>
            </a:r>
          </a:p>
        </p:txBody>
      </p:sp>
      <p:sp>
        <p:nvSpPr>
          <p:cNvPr id="7" name="">
            <a:extLst xmlns:a="http://schemas.openxmlformats.org/drawingml/2006/main">
              <a:ext uri="{FF2B5EF4-FFF2-40B4-BE49-F238E27FC236}">
                <a16:creationId xmlns:a16="http://schemas.microsoft.com/office/drawing/2014/main" id="{7C00C93A-3465-4289-BCAF-A996E21CD9BF}"/>
              </a:ext>
            </a:extLst>
          </p:cNvPr>
          <p:cNvSpPr>
            <a:spLocks xmlns:a="http://schemas.openxmlformats.org/drawingml/2006/main" noGrp="1"/>
          </p:cNvSpPr>
          <p:nvPr/>
        </p:nvSpPr>
        <p:spPr>
          <a:xfrm xmlns:a="http://schemas.openxmlformats.org/drawingml/2006/main">
            <a:off x="609600" y="35147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F32"/>
                </a:solidFill>
                <a:latin typeface="Arial"/>
                <a:ea typeface="Arial"/>
                <a:cs typeface="Arial"/>
              </a:defRPr>
            </a:defPPr>
            <a:lvl1pPr>
              <a:defRPr sz="2025" b="0">
                <a:solidFill>
                  <a:srgbClr val="193F32"/>
                </a:solidFill>
                <a:latin typeface="Arial"/>
                <a:ea typeface="Arial"/>
                <a:cs typeface="Arial"/>
              </a:defRPr>
            </a:lvl1pPr>
            <a:lvl2pPr>
              <a:defRPr sz="2025" b="0">
                <a:solidFill>
                  <a:srgbClr val="193F32"/>
                </a:solidFill>
                <a:latin typeface="Arial"/>
                <a:ea typeface="Arial"/>
                <a:cs typeface="Arial"/>
              </a:defRPr>
            </a:lvl2pPr>
            <a:lvl3pPr>
              <a:defRPr sz="2025" b="0">
                <a:solidFill>
                  <a:srgbClr val="193F32"/>
                </a:solidFill>
                <a:latin typeface="Arial"/>
                <a:ea typeface="Arial"/>
                <a:cs typeface="Arial"/>
              </a:defRPr>
            </a:lvl3pPr>
            <a:lvl4pPr>
              <a:defRPr sz="2025" b="0">
                <a:solidFill>
                  <a:srgbClr val="193F32"/>
                </a:solidFill>
                <a:latin typeface="Arial"/>
                <a:ea typeface="Arial"/>
                <a:cs typeface="Arial"/>
              </a:defRPr>
            </a:lvl4pPr>
            <a:lvl5pPr>
              <a:defRPr sz="2025" b="0">
                <a:solidFill>
                  <a:srgbClr val="193F32"/>
                </a:solidFill>
                <a:latin typeface="Arial"/>
                <a:ea typeface="Arial"/>
                <a:cs typeface="Arial"/>
              </a:defRPr>
            </a:lvl5pPr>
            <a:lvl6pPr>
              <a:defRPr sz="2025" b="0">
                <a:solidFill>
                  <a:srgbClr val="193F32"/>
                </a:solidFill>
                <a:latin typeface="Arial"/>
                <a:ea typeface="Arial"/>
                <a:cs typeface="Arial"/>
              </a:defRPr>
            </a:lvl6pPr>
            <a:lvl7pPr>
              <a:defRPr sz="2025" b="0">
                <a:solidFill>
                  <a:srgbClr val="193F32"/>
                </a:solidFill>
                <a:latin typeface="Arial"/>
                <a:ea typeface="Arial"/>
                <a:cs typeface="Arial"/>
              </a:defRPr>
            </a:lvl7pPr>
            <a:lvl8pPr>
              <a:defRPr sz="2025" b="0">
                <a:solidFill>
                  <a:srgbClr val="193F32"/>
                </a:solidFill>
                <a:latin typeface="Arial"/>
                <a:ea typeface="Arial"/>
                <a:cs typeface="Arial"/>
              </a:defRPr>
            </a:lvl8pPr>
            <a:lvl9pPr>
              <a:defRPr sz="2025" b="0">
                <a:solidFill>
                  <a:srgbClr val="193F32"/>
                </a:solidFill>
                <a:latin typeface="Arial"/>
                <a:ea typeface="Arial"/>
                <a:cs typeface="Arial"/>
              </a:defRPr>
            </a:lvl9pPr>
          </a:lstStyle>
          <a:p xmlns:a="http://schemas.openxmlformats.org/drawingml/2006/main">
            <a:pPr>
              <a:defRPr sz="2025" b="0">
                <a:solidFill>
                  <a:srgbClr val="193F32"/>
                </a:solidFill>
                <a:latin typeface="Arial"/>
                <a:ea typeface="Arial"/>
                <a:cs typeface="Arial"/>
              </a:defRPr>
            </a:pPr>
            <a:r>
              <a:rPr sz="2025" b="0">
                <a:solidFill>
                  <a:srgbClr val="193F32"/>
                </a:solidFill>
                <a:latin typeface="Arial"/>
                <a:ea typeface="Arial"/>
                <a:cs typeface="Arial"/>
              </a:rPr>
              <a:t>Total planning ceiling</a:t>
            </a:r>
          </a:p>
        </p:txBody>
      </p:sp>
      <p:sp>
        <p:nvSpPr>
          <p:cNvPr id="8" name="">
            <a:extLst xmlns:a="http://schemas.openxmlformats.org/drawingml/2006/main">
              <a:ext uri="{FF2B5EF4-FFF2-40B4-BE49-F238E27FC236}">
                <a16:creationId xmlns:a16="http://schemas.microsoft.com/office/drawing/2014/main" id="{A0D29E08-8BBA-4EC8-AFCD-3A808AF5FA5D}"/>
              </a:ext>
            </a:extLst>
          </p:cNvPr>
          <p:cNvSpPr>
            <a:spLocks xmlns:a="http://schemas.openxmlformats.org/drawingml/2006/main" noGrp="1"/>
          </p:cNvSpPr>
          <p:nvPr/>
        </p:nvSpPr>
        <p:spPr>
          <a:xfrm xmlns:a="http://schemas.openxmlformats.org/drawingml/2006/main">
            <a:off x="609600" y="43434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B6B60"/>
                </a:solidFill>
                <a:latin typeface="Arial"/>
                <a:ea typeface="Arial"/>
                <a:cs typeface="Arial"/>
              </a:defRPr>
            </a:defPPr>
            <a:lvl1pPr>
              <a:defRPr sz="1950" b="0">
                <a:solidFill>
                  <a:srgbClr val="5B6B60"/>
                </a:solidFill>
                <a:latin typeface="Arial"/>
                <a:ea typeface="Arial"/>
                <a:cs typeface="Arial"/>
              </a:defRPr>
            </a:lvl1pPr>
            <a:lvl2pPr>
              <a:defRPr sz="1950" b="0">
                <a:solidFill>
                  <a:srgbClr val="5B6B60"/>
                </a:solidFill>
                <a:latin typeface="Arial"/>
                <a:ea typeface="Arial"/>
                <a:cs typeface="Arial"/>
              </a:defRPr>
            </a:lvl2pPr>
            <a:lvl3pPr>
              <a:defRPr sz="1950" b="0">
                <a:solidFill>
                  <a:srgbClr val="5B6B60"/>
                </a:solidFill>
                <a:latin typeface="Arial"/>
                <a:ea typeface="Arial"/>
                <a:cs typeface="Arial"/>
              </a:defRPr>
            </a:lvl3pPr>
            <a:lvl4pPr>
              <a:defRPr sz="1950" b="0">
                <a:solidFill>
                  <a:srgbClr val="5B6B60"/>
                </a:solidFill>
                <a:latin typeface="Arial"/>
                <a:ea typeface="Arial"/>
                <a:cs typeface="Arial"/>
              </a:defRPr>
            </a:lvl4pPr>
            <a:lvl5pPr>
              <a:defRPr sz="1950" b="0">
                <a:solidFill>
                  <a:srgbClr val="5B6B60"/>
                </a:solidFill>
                <a:latin typeface="Arial"/>
                <a:ea typeface="Arial"/>
                <a:cs typeface="Arial"/>
              </a:defRPr>
            </a:lvl5pPr>
            <a:lvl6pPr>
              <a:defRPr sz="1950" b="0">
                <a:solidFill>
                  <a:srgbClr val="5B6B60"/>
                </a:solidFill>
                <a:latin typeface="Arial"/>
                <a:ea typeface="Arial"/>
                <a:cs typeface="Arial"/>
              </a:defRPr>
            </a:lvl6pPr>
            <a:lvl7pPr>
              <a:defRPr sz="1950" b="0">
                <a:solidFill>
                  <a:srgbClr val="5B6B60"/>
                </a:solidFill>
                <a:latin typeface="Arial"/>
                <a:ea typeface="Arial"/>
                <a:cs typeface="Arial"/>
              </a:defRPr>
            </a:lvl7pPr>
            <a:lvl8pPr>
              <a:defRPr sz="1950" b="0">
                <a:solidFill>
                  <a:srgbClr val="5B6B60"/>
                </a:solidFill>
                <a:latin typeface="Arial"/>
                <a:ea typeface="Arial"/>
                <a:cs typeface="Arial"/>
              </a:defRPr>
            </a:lvl8pPr>
            <a:lvl9pPr>
              <a:defRPr sz="1950" b="0">
                <a:solidFill>
                  <a:srgbClr val="5B6B60"/>
                </a:solidFill>
                <a:latin typeface="Arial"/>
                <a:ea typeface="Arial"/>
                <a:cs typeface="Arial"/>
              </a:defRPr>
            </a:lvl9pPr>
          </a:lstStyle>
          <a:p xmlns:a="http://schemas.openxmlformats.org/drawingml/2006/main">
            <a:pPr>
              <a:defRPr sz="1950" b="0">
                <a:solidFill>
                  <a:srgbClr val="5B6B60"/>
                </a:solidFill>
                <a:latin typeface="Arial"/>
                <a:ea typeface="Arial"/>
                <a:cs typeface="Arial"/>
              </a:defRPr>
            </a:pPr>
            <a:r>
              <a:rPr sz="1950" b="0">
                <a:solidFill>
                  <a:srgbClr val="5B6B60"/>
                </a:solidFill>
                <a:latin typeface="Arial"/>
                <a:ea typeface="Arial"/>
                <a:cs typeface="Arial"/>
              </a:rPr>
              <a:t>Budget alerts do not stop spending.</a:t>
            </a:r>
          </a:p>
        </p:txBody>
      </p:sp>
      <p:sp>
        <p:nvSpPr>
          <p:cNvPr id="9" name="">
            <a:extLst xmlns:a="http://schemas.openxmlformats.org/drawingml/2006/main">
              <a:ext uri="{FF2B5EF4-FFF2-40B4-BE49-F238E27FC236}">
                <a16:creationId xmlns:a16="http://schemas.microsoft.com/office/drawing/2014/main" id="{608B5C44-D70C-4F06-84EE-67032F1A435D}"/>
              </a:ext>
            </a:extLst>
          </p:cNvPr>
          <p:cNvSpPr>
            <a:spLocks xmlns:a="http://schemas.openxmlformats.org/drawingml/2006/main" noGrp="1"/>
          </p:cNvSpPr>
          <p:nvPr/>
        </p:nvSpPr>
        <p:spPr>
          <a:xfrm xmlns:a="http://schemas.openxmlformats.org/drawingml/2006/main">
            <a:off x="6419850" y="23526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06138"/>
                </a:solidFill>
                <a:latin typeface="Arial"/>
                <a:ea typeface="Arial"/>
                <a:cs typeface="Arial"/>
              </a:defRPr>
            </a:defPPr>
            <a:lvl1pPr>
              <a:defRPr sz="2550" b="1">
                <a:solidFill>
                  <a:srgbClr val="B06138"/>
                </a:solidFill>
                <a:latin typeface="Arial"/>
                <a:ea typeface="Arial"/>
                <a:cs typeface="Arial"/>
              </a:defRPr>
            </a:lvl1pPr>
            <a:lvl2pPr>
              <a:defRPr sz="2550" b="1">
                <a:solidFill>
                  <a:srgbClr val="B06138"/>
                </a:solidFill>
                <a:latin typeface="Arial"/>
                <a:ea typeface="Arial"/>
                <a:cs typeface="Arial"/>
              </a:defRPr>
            </a:lvl2pPr>
            <a:lvl3pPr>
              <a:defRPr sz="2550" b="1">
                <a:solidFill>
                  <a:srgbClr val="B06138"/>
                </a:solidFill>
                <a:latin typeface="Arial"/>
                <a:ea typeface="Arial"/>
                <a:cs typeface="Arial"/>
              </a:defRPr>
            </a:lvl3pPr>
            <a:lvl4pPr>
              <a:defRPr sz="2550" b="1">
                <a:solidFill>
                  <a:srgbClr val="B06138"/>
                </a:solidFill>
                <a:latin typeface="Arial"/>
                <a:ea typeface="Arial"/>
                <a:cs typeface="Arial"/>
              </a:defRPr>
            </a:lvl4pPr>
            <a:lvl5pPr>
              <a:defRPr sz="2550" b="1">
                <a:solidFill>
                  <a:srgbClr val="B06138"/>
                </a:solidFill>
                <a:latin typeface="Arial"/>
                <a:ea typeface="Arial"/>
                <a:cs typeface="Arial"/>
              </a:defRPr>
            </a:lvl5pPr>
            <a:lvl6pPr>
              <a:defRPr sz="2550" b="1">
                <a:solidFill>
                  <a:srgbClr val="B06138"/>
                </a:solidFill>
                <a:latin typeface="Arial"/>
                <a:ea typeface="Arial"/>
                <a:cs typeface="Arial"/>
              </a:defRPr>
            </a:lvl6pPr>
            <a:lvl7pPr>
              <a:defRPr sz="2550" b="1">
                <a:solidFill>
                  <a:srgbClr val="B06138"/>
                </a:solidFill>
                <a:latin typeface="Arial"/>
                <a:ea typeface="Arial"/>
                <a:cs typeface="Arial"/>
              </a:defRPr>
            </a:lvl7pPr>
            <a:lvl8pPr>
              <a:defRPr sz="2550" b="1">
                <a:solidFill>
                  <a:srgbClr val="B06138"/>
                </a:solidFill>
                <a:latin typeface="Arial"/>
                <a:ea typeface="Arial"/>
                <a:cs typeface="Arial"/>
              </a:defRPr>
            </a:lvl8pPr>
            <a:lvl9pPr>
              <a:defRPr sz="2550" b="1">
                <a:solidFill>
                  <a:srgbClr val="B06138"/>
                </a:solidFill>
                <a:latin typeface="Arial"/>
                <a:ea typeface="Arial"/>
                <a:cs typeface="Arial"/>
              </a:defRPr>
            </a:lvl9pPr>
          </a:lstStyle>
          <a:p xmlns:a="http://schemas.openxmlformats.org/drawingml/2006/main">
            <a:pPr>
              <a:defRPr sz="2550" b="1">
                <a:solidFill>
                  <a:srgbClr val="B06138"/>
                </a:solidFill>
                <a:latin typeface="Arial"/>
                <a:ea typeface="Arial"/>
                <a:cs typeface="Arial"/>
              </a:defRPr>
            </a:pPr>
            <a:r>
              <a:rPr sz="2550" b="1">
                <a:solidFill>
                  <a:srgbClr val="B06138"/>
                </a:solidFill>
                <a:latin typeface="Arial"/>
                <a:ea typeface="Arial"/>
                <a:cs typeface="Arial"/>
              </a:rPr>
              <a:t>Known limits</a:t>
            </a:r>
          </a:p>
        </p:txBody>
      </p:sp>
      <p:sp>
        <p:nvSpPr>
          <p:cNvPr id="10" name="">
            <a:extLst xmlns:a="http://schemas.openxmlformats.org/drawingml/2006/main">
              <a:ext uri="{FF2B5EF4-FFF2-40B4-BE49-F238E27FC236}">
                <a16:creationId xmlns:a16="http://schemas.microsoft.com/office/drawing/2014/main" id="{B370AE82-8DDC-41C2-921A-35C449250A1B}"/>
              </a:ext>
            </a:extLst>
          </p:cNvPr>
          <p:cNvSpPr>
            <a:spLocks xmlns:a="http://schemas.openxmlformats.org/drawingml/2006/main" noGrp="1"/>
          </p:cNvSpPr>
          <p:nvPr/>
        </p:nvSpPr>
        <p:spPr>
          <a:xfrm xmlns:a="http://schemas.openxmlformats.org/drawingml/2006/main">
            <a:off x="6419850" y="3248025"/>
            <a:ext cx="5048250" cy="2200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F32"/>
                </a:solidFill>
                <a:latin typeface="Arial"/>
                <a:ea typeface="Arial"/>
                <a:cs typeface="Arial"/>
              </a:defRPr>
            </a:defPPr>
            <a:lvl1pPr>
              <a:defRPr sz="1950" b="0">
                <a:solidFill>
                  <a:srgbClr val="193F32"/>
                </a:solidFill>
                <a:latin typeface="Arial"/>
                <a:ea typeface="Arial"/>
                <a:cs typeface="Arial"/>
              </a:defRPr>
            </a:lvl1pPr>
            <a:lvl2pPr>
              <a:defRPr sz="1950" b="0">
                <a:solidFill>
                  <a:srgbClr val="193F32"/>
                </a:solidFill>
                <a:latin typeface="Arial"/>
                <a:ea typeface="Arial"/>
                <a:cs typeface="Arial"/>
              </a:defRPr>
            </a:lvl2pPr>
            <a:lvl3pPr>
              <a:defRPr sz="1950" b="0">
                <a:solidFill>
                  <a:srgbClr val="193F32"/>
                </a:solidFill>
                <a:latin typeface="Arial"/>
                <a:ea typeface="Arial"/>
                <a:cs typeface="Arial"/>
              </a:defRPr>
            </a:lvl3pPr>
            <a:lvl4pPr>
              <a:defRPr sz="1950" b="0">
                <a:solidFill>
                  <a:srgbClr val="193F32"/>
                </a:solidFill>
                <a:latin typeface="Arial"/>
                <a:ea typeface="Arial"/>
                <a:cs typeface="Arial"/>
              </a:defRPr>
            </a:lvl4pPr>
            <a:lvl5pPr>
              <a:defRPr sz="1950" b="0">
                <a:solidFill>
                  <a:srgbClr val="193F32"/>
                </a:solidFill>
                <a:latin typeface="Arial"/>
                <a:ea typeface="Arial"/>
                <a:cs typeface="Arial"/>
              </a:defRPr>
            </a:lvl5pPr>
            <a:lvl6pPr>
              <a:defRPr sz="1950" b="0">
                <a:solidFill>
                  <a:srgbClr val="193F32"/>
                </a:solidFill>
                <a:latin typeface="Arial"/>
                <a:ea typeface="Arial"/>
                <a:cs typeface="Arial"/>
              </a:defRPr>
            </a:lvl6pPr>
            <a:lvl7pPr>
              <a:defRPr sz="1950" b="0">
                <a:solidFill>
                  <a:srgbClr val="193F32"/>
                </a:solidFill>
                <a:latin typeface="Arial"/>
                <a:ea typeface="Arial"/>
                <a:cs typeface="Arial"/>
              </a:defRPr>
            </a:lvl7pPr>
            <a:lvl8pPr>
              <a:defRPr sz="1950" b="0">
                <a:solidFill>
                  <a:srgbClr val="193F32"/>
                </a:solidFill>
                <a:latin typeface="Arial"/>
                <a:ea typeface="Arial"/>
                <a:cs typeface="Arial"/>
              </a:defRPr>
            </a:lvl8pPr>
            <a:lvl9pPr>
              <a:defRPr sz="1950" b="0">
                <a:solidFill>
                  <a:srgbClr val="193F32"/>
                </a:solidFill>
                <a:latin typeface="Arial"/>
                <a:ea typeface="Arial"/>
                <a:cs typeface="Arial"/>
              </a:defRPr>
            </a:lvl9pPr>
          </a:lstStyle>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Illustrative quality model</a:t>
            </a:r>
          </a:p>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CloudFront account verification</a:t>
            </a:r>
          </a:p>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Email delivery unverified</a:t>
            </a:r>
          </a:p>
          <a:p xmlns:a="http://schemas.openxmlformats.org/drawingml/2006/main">
            <a:pPr>
              <a:defRPr sz="1950" b="0">
                <a:solidFill>
                  <a:srgbClr val="193F32"/>
                </a:solidFill>
                <a:latin typeface="Arial"/>
                <a:ea typeface="Arial"/>
                <a:cs typeface="Arial"/>
              </a:defRPr>
            </a:pPr>
            <a:r>
              <a:rPr sz="1950" b="0">
                <a:solidFill>
                  <a:srgbClr val="193F32"/>
                </a:solidFill>
                <a:latin typeface="Arial"/>
                <a:ea typeface="Arial"/>
                <a:cs typeface="Arial"/>
              </a:rPr>
              <a:t>Live browser visual QA pending</a:t>
            </a:r>
          </a:p>
        </p:txBody>
      </p:sp>
    </p:spTree>
    <p:extLst>
      <p:ext uri="{BB962C8B-B14F-4D97-AF65-F5344CB8AC3E}">
        <p14:creationId xmlns:p14="http://schemas.microsoft.com/office/powerpoint/2010/main" val="1569248974"/>
      </p:ext>
    </p:extLst>
  </p:cSld>
</p:sld>
</file>

<file path=ppt/slides/slide12.xml><?xml version="1.0" encoding="utf-8"?>
<p:sld xmlns:p="http://schemas.openxmlformats.org/presentationml/2006/main">
  <p:cSld>
    <p:bg>
      <p:bgPr>
        <a:solidFill xmlns:a="http://schemas.openxmlformats.org/drawingml/2006/main">
          <a:srgbClr val="F5F4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089B2C-BE32-4A90-81B8-9CC3E4544791}"/>
              </a:ext>
            </a:extLst>
          </p:cNvPr>
          <p:cNvSpPr>
            <a:spLocks xmlns:a="http://schemas.openxmlformats.org/drawingml/2006/main" noGrp="1"/>
          </p:cNvSpPr>
          <p:nvPr/>
        </p:nvSpPr>
        <p:spPr>
          <a:xfrm xmlns:a="http://schemas.openxmlformats.org/drawingml/2006/main">
            <a:off x="609600" y="3714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416D52"/>
                </a:solidFill>
                <a:latin typeface="Arial"/>
                <a:ea typeface="Arial"/>
                <a:cs typeface="Arial"/>
              </a:defRPr>
            </a:defPPr>
            <a:lvl1pPr>
              <a:defRPr sz="1050" b="1">
                <a:solidFill>
                  <a:srgbClr val="416D52"/>
                </a:solidFill>
                <a:latin typeface="Arial"/>
                <a:ea typeface="Arial"/>
                <a:cs typeface="Arial"/>
              </a:defRPr>
            </a:lvl1pPr>
            <a:lvl2pPr>
              <a:defRPr sz="1050" b="1">
                <a:solidFill>
                  <a:srgbClr val="416D52"/>
                </a:solidFill>
                <a:latin typeface="Arial"/>
                <a:ea typeface="Arial"/>
                <a:cs typeface="Arial"/>
              </a:defRPr>
            </a:lvl2pPr>
            <a:lvl3pPr>
              <a:defRPr sz="1050" b="1">
                <a:solidFill>
                  <a:srgbClr val="416D52"/>
                </a:solidFill>
                <a:latin typeface="Arial"/>
                <a:ea typeface="Arial"/>
                <a:cs typeface="Arial"/>
              </a:defRPr>
            </a:lvl3pPr>
            <a:lvl4pPr>
              <a:defRPr sz="1050" b="1">
                <a:solidFill>
                  <a:srgbClr val="416D52"/>
                </a:solidFill>
                <a:latin typeface="Arial"/>
                <a:ea typeface="Arial"/>
                <a:cs typeface="Arial"/>
              </a:defRPr>
            </a:lvl4pPr>
            <a:lvl5pPr>
              <a:defRPr sz="1050" b="1">
                <a:solidFill>
                  <a:srgbClr val="416D52"/>
                </a:solidFill>
                <a:latin typeface="Arial"/>
                <a:ea typeface="Arial"/>
                <a:cs typeface="Arial"/>
              </a:defRPr>
            </a:lvl5pPr>
            <a:lvl6pPr>
              <a:defRPr sz="1050" b="1">
                <a:solidFill>
                  <a:srgbClr val="416D52"/>
                </a:solidFill>
                <a:latin typeface="Arial"/>
                <a:ea typeface="Arial"/>
                <a:cs typeface="Arial"/>
              </a:defRPr>
            </a:lvl6pPr>
            <a:lvl7pPr>
              <a:defRPr sz="1050" b="1">
                <a:solidFill>
                  <a:srgbClr val="416D52"/>
                </a:solidFill>
                <a:latin typeface="Arial"/>
                <a:ea typeface="Arial"/>
                <a:cs typeface="Arial"/>
              </a:defRPr>
            </a:lvl7pPr>
            <a:lvl8pPr>
              <a:defRPr sz="1050" b="1">
                <a:solidFill>
                  <a:srgbClr val="416D52"/>
                </a:solidFill>
                <a:latin typeface="Arial"/>
                <a:ea typeface="Arial"/>
                <a:cs typeface="Arial"/>
              </a:defRPr>
            </a:lvl8pPr>
            <a:lvl9pPr>
              <a:defRPr sz="1050" b="1">
                <a:solidFill>
                  <a:srgbClr val="416D52"/>
                </a:solidFill>
                <a:latin typeface="Arial"/>
                <a:ea typeface="Arial"/>
                <a:cs typeface="Arial"/>
              </a:defRPr>
            </a:lvl9pPr>
          </a:lstStyle>
          <a:p xmlns:a="http://schemas.openxmlformats.org/drawingml/2006/main">
            <a:pPr>
              <a:defRPr sz="1050" b="1">
                <a:solidFill>
                  <a:srgbClr val="416D52"/>
                </a:solidFill>
                <a:latin typeface="Arial"/>
                <a:ea typeface="Arial"/>
                <a:cs typeface="Arial"/>
              </a:defRPr>
            </a:pPr>
            <a:r>
              <a:rPr sz="1050" b="1">
                <a:solidFill>
                  <a:srgbClr val="416D52"/>
                </a:solidFill>
                <a:latin typeface="Arial"/>
                <a:ea typeface="Arial"/>
                <a:cs typeface="Arial"/>
              </a:rPr>
              <a:t>DEMONSTRATION AND PRACTICAL VALUE</a:t>
            </a:r>
          </a:p>
        </p:txBody>
      </p:sp>
      <p:sp>
        <p:nvSpPr>
          <p:cNvPr id="2" name="">
            <a:extLst xmlns:a="http://schemas.openxmlformats.org/drawingml/2006/main">
              <a:ext uri="{FF2B5EF4-FFF2-40B4-BE49-F238E27FC236}">
                <a16:creationId xmlns:a16="http://schemas.microsoft.com/office/drawing/2014/main" id="{E61079BD-19D1-400D-8656-D98EDAA91D59}"/>
              </a:ext>
            </a:extLst>
          </p:cNvPr>
          <p:cNvSpPr>
            <a:spLocks xmlns:a="http://schemas.openxmlformats.org/drawingml/2006/main" noGrp="1"/>
          </p:cNvSpPr>
          <p:nvPr/>
        </p:nvSpPr>
        <p:spPr>
          <a:xfrm xmlns:a="http://schemas.openxmlformats.org/drawingml/2006/main">
            <a:off x="609600" y="88582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93F32"/>
                </a:solidFill>
                <a:latin typeface="Arial"/>
                <a:ea typeface="Arial"/>
                <a:cs typeface="Arial"/>
              </a:defRPr>
            </a:defPPr>
            <a:lvl1pPr>
              <a:defRPr sz="3225" b="1">
                <a:solidFill>
                  <a:srgbClr val="193F32"/>
                </a:solidFill>
                <a:latin typeface="Arial"/>
                <a:ea typeface="Arial"/>
                <a:cs typeface="Arial"/>
              </a:defRPr>
            </a:lvl1pPr>
            <a:lvl2pPr>
              <a:defRPr sz="3225" b="1">
                <a:solidFill>
                  <a:srgbClr val="193F32"/>
                </a:solidFill>
                <a:latin typeface="Arial"/>
                <a:ea typeface="Arial"/>
                <a:cs typeface="Arial"/>
              </a:defRPr>
            </a:lvl2pPr>
            <a:lvl3pPr>
              <a:defRPr sz="3225" b="1">
                <a:solidFill>
                  <a:srgbClr val="193F32"/>
                </a:solidFill>
                <a:latin typeface="Arial"/>
                <a:ea typeface="Arial"/>
                <a:cs typeface="Arial"/>
              </a:defRPr>
            </a:lvl3pPr>
            <a:lvl4pPr>
              <a:defRPr sz="3225" b="1">
                <a:solidFill>
                  <a:srgbClr val="193F32"/>
                </a:solidFill>
                <a:latin typeface="Arial"/>
                <a:ea typeface="Arial"/>
                <a:cs typeface="Arial"/>
              </a:defRPr>
            </a:lvl4pPr>
            <a:lvl5pPr>
              <a:defRPr sz="3225" b="1">
                <a:solidFill>
                  <a:srgbClr val="193F32"/>
                </a:solidFill>
                <a:latin typeface="Arial"/>
                <a:ea typeface="Arial"/>
                <a:cs typeface="Arial"/>
              </a:defRPr>
            </a:lvl5pPr>
            <a:lvl6pPr>
              <a:defRPr sz="3225" b="1">
                <a:solidFill>
                  <a:srgbClr val="193F32"/>
                </a:solidFill>
                <a:latin typeface="Arial"/>
                <a:ea typeface="Arial"/>
                <a:cs typeface="Arial"/>
              </a:defRPr>
            </a:lvl6pPr>
            <a:lvl7pPr>
              <a:defRPr sz="3225" b="1">
                <a:solidFill>
                  <a:srgbClr val="193F32"/>
                </a:solidFill>
                <a:latin typeface="Arial"/>
                <a:ea typeface="Arial"/>
                <a:cs typeface="Arial"/>
              </a:defRPr>
            </a:lvl7pPr>
            <a:lvl8pPr>
              <a:defRPr sz="3225" b="1">
                <a:solidFill>
                  <a:srgbClr val="193F32"/>
                </a:solidFill>
                <a:latin typeface="Arial"/>
                <a:ea typeface="Arial"/>
                <a:cs typeface="Arial"/>
              </a:defRPr>
            </a:lvl8pPr>
            <a:lvl9pPr>
              <a:defRPr sz="3225" b="1">
                <a:solidFill>
                  <a:srgbClr val="193F32"/>
                </a:solidFill>
                <a:latin typeface="Arial"/>
                <a:ea typeface="Arial"/>
                <a:cs typeface="Arial"/>
              </a:defRPr>
            </a:lvl9pPr>
          </a:lstStyle>
          <a:p xmlns:a="http://schemas.openxmlformats.org/drawingml/2006/main">
            <a:pPr>
              <a:defRPr sz="3225" b="1">
                <a:solidFill>
                  <a:srgbClr val="193F32"/>
                </a:solidFill>
                <a:latin typeface="Arial"/>
                <a:ea typeface="Arial"/>
                <a:cs typeface="Arial"/>
              </a:defRPr>
            </a:pPr>
            <a:r>
              <a:rPr sz="3225" b="1">
                <a:solidFill>
                  <a:srgbClr val="193F32"/>
                </a:solidFill>
                <a:latin typeface="Arial"/>
                <a:ea typeface="Arial"/>
                <a:cs typeface="Arial"/>
              </a:rPr>
              <a:t>A decision another operator can inspect.</a:t>
            </a:r>
          </a:p>
        </p:txBody>
      </p:sp>
      <p:sp>
        <p:nvSpPr>
          <p:cNvPr id="3" name="">
            <a:extLst xmlns:a="http://schemas.openxmlformats.org/drawingml/2006/main">
              <a:ext uri="{FF2B5EF4-FFF2-40B4-BE49-F238E27FC236}">
                <a16:creationId xmlns:a16="http://schemas.microsoft.com/office/drawing/2014/main" id="{5EE102DE-E0EB-4702-A1C3-4F91AABFC0FE}"/>
              </a:ext>
            </a:extLst>
          </p:cNvPr>
          <p:cNvSpPr>
            <a:spLocks xmlns:a="http://schemas.openxmlformats.org/drawingml/2006/main" noGrp="1"/>
          </p:cNvSpPr>
          <p:nvPr/>
        </p:nvSpPr>
        <p:spPr>
          <a:xfrm xmlns:a="http://schemas.openxmlformats.org/drawingml/2006/main">
            <a:off x="609600" y="6257925"/>
            <a:ext cx="10972800" cy="9525"/>
          </a:xfrm>
          <a:prstGeom xmlns:a="http://schemas.openxmlformats.org/drawingml/2006/main" prst="rect">
            <a:avLst/>
          </a:prstGeom>
          <a:solidFill xmlns:a="http://schemas.openxmlformats.org/drawingml/2006/main">
            <a:srgbClr val="CCD5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F2E575-33FA-45AC-917C-155DD5D15C1E}"/>
              </a:ext>
            </a:extLst>
          </p:cNvPr>
          <p:cNvSpPr>
            <a:spLocks xmlns:a="http://schemas.openxmlformats.org/drawingml/2006/main" noGrp="1"/>
          </p:cNvSpPr>
          <p:nvPr/>
        </p:nvSpPr>
        <p:spPr>
          <a:xfrm xmlns:a="http://schemas.openxmlformats.org/drawingml/2006/main">
            <a:off x="609600" y="6419850"/>
            <a:ext cx="990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B6B60"/>
                </a:solidFill>
                <a:latin typeface="Arial"/>
                <a:ea typeface="Arial"/>
                <a:cs typeface="Arial"/>
              </a:defRPr>
            </a:defPPr>
            <a:lvl1pPr>
              <a:defRPr sz="900" b="0">
                <a:solidFill>
                  <a:srgbClr val="5B6B60"/>
                </a:solidFill>
                <a:latin typeface="Arial"/>
                <a:ea typeface="Arial"/>
                <a:cs typeface="Arial"/>
              </a:defRPr>
            </a:lvl1pPr>
            <a:lvl2pPr>
              <a:defRPr sz="900" b="0">
                <a:solidFill>
                  <a:srgbClr val="5B6B60"/>
                </a:solidFill>
                <a:latin typeface="Arial"/>
                <a:ea typeface="Arial"/>
                <a:cs typeface="Arial"/>
              </a:defRPr>
            </a:lvl2pPr>
            <a:lvl3pPr>
              <a:defRPr sz="900" b="0">
                <a:solidFill>
                  <a:srgbClr val="5B6B60"/>
                </a:solidFill>
                <a:latin typeface="Arial"/>
                <a:ea typeface="Arial"/>
                <a:cs typeface="Arial"/>
              </a:defRPr>
            </a:lvl3pPr>
            <a:lvl4pPr>
              <a:defRPr sz="900" b="0">
                <a:solidFill>
                  <a:srgbClr val="5B6B60"/>
                </a:solidFill>
                <a:latin typeface="Arial"/>
                <a:ea typeface="Arial"/>
                <a:cs typeface="Arial"/>
              </a:defRPr>
            </a:lvl4pPr>
            <a:lvl5pPr>
              <a:defRPr sz="900" b="0">
                <a:solidFill>
                  <a:srgbClr val="5B6B60"/>
                </a:solidFill>
                <a:latin typeface="Arial"/>
                <a:ea typeface="Arial"/>
                <a:cs typeface="Arial"/>
              </a:defRPr>
            </a:lvl5pPr>
            <a:lvl6pPr>
              <a:defRPr sz="900" b="0">
                <a:solidFill>
                  <a:srgbClr val="5B6B60"/>
                </a:solidFill>
                <a:latin typeface="Arial"/>
                <a:ea typeface="Arial"/>
                <a:cs typeface="Arial"/>
              </a:defRPr>
            </a:lvl6pPr>
            <a:lvl7pPr>
              <a:defRPr sz="900" b="0">
                <a:solidFill>
                  <a:srgbClr val="5B6B60"/>
                </a:solidFill>
                <a:latin typeface="Arial"/>
                <a:ea typeface="Arial"/>
                <a:cs typeface="Arial"/>
              </a:defRPr>
            </a:lvl7pPr>
            <a:lvl8pPr>
              <a:defRPr sz="900" b="0">
                <a:solidFill>
                  <a:srgbClr val="5B6B60"/>
                </a:solidFill>
                <a:latin typeface="Arial"/>
                <a:ea typeface="Arial"/>
                <a:cs typeface="Arial"/>
              </a:defRPr>
            </a:lvl8pPr>
            <a:lvl9pPr>
              <a:defRPr sz="900" b="0">
                <a:solidFill>
                  <a:srgbClr val="5B6B60"/>
                </a:solidFill>
                <a:latin typeface="Arial"/>
                <a:ea typeface="Arial"/>
                <a:cs typeface="Arial"/>
              </a:defRPr>
            </a:lvl9pPr>
          </a:lstStyle>
          <a:p xmlns:a="http://schemas.openxmlformats.org/drawingml/2006/main">
            <a:pPr>
              <a:defRPr sz="900" b="0">
                <a:solidFill>
                  <a:srgbClr val="5B6B60"/>
                </a:solidFill>
                <a:latin typeface="Arial"/>
                <a:ea typeface="Arial"/>
                <a:cs typeface="Arial"/>
              </a:defRPr>
            </a:pPr>
            <a:r>
              <a:rPr sz="900" b="0">
                <a:solidFill>
                  <a:srgbClr val="5B6B60"/>
                </a:solidFill>
                <a:latin typeface="Arial"/>
                <a:ea typeface="Arial"/>
                <a:cs typeface="Arial"/>
              </a:rPr>
              <a:t>FRESHROUTE  /  CLOUD ARCHITECTURE DESIGN</a:t>
            </a:r>
          </a:p>
        </p:txBody>
      </p:sp>
      <p:sp>
        <p:nvSpPr>
          <p:cNvPr id="5" name="">
            <a:extLst xmlns:a="http://schemas.openxmlformats.org/drawingml/2006/main">
              <a:ext uri="{FF2B5EF4-FFF2-40B4-BE49-F238E27FC236}">
                <a16:creationId xmlns:a16="http://schemas.microsoft.com/office/drawing/2014/main" id="{0D0E2121-920D-442D-AC97-D83C24B35160}"/>
              </a:ext>
            </a:extLst>
          </p:cNvPr>
          <p:cNvSpPr>
            <a:spLocks xmlns:a="http://schemas.openxmlformats.org/drawingml/2006/main" noGrp="1"/>
          </p:cNvSpPr>
          <p:nvPr/>
        </p:nvSpPr>
        <p:spPr>
          <a:xfrm xmlns:a="http://schemas.openxmlformats.org/drawingml/2006/main">
            <a:off x="110680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B6B60"/>
                </a:solidFill>
                <a:latin typeface="Arial"/>
                <a:ea typeface="Arial"/>
                <a:cs typeface="Arial"/>
              </a:defRPr>
            </a:defPPr>
            <a:lvl1pPr>
              <a:defRPr sz="1050" b="1">
                <a:solidFill>
                  <a:srgbClr val="5B6B60"/>
                </a:solidFill>
                <a:latin typeface="Arial"/>
                <a:ea typeface="Arial"/>
                <a:cs typeface="Arial"/>
              </a:defRPr>
            </a:lvl1pPr>
            <a:lvl2pPr>
              <a:defRPr sz="1050" b="1">
                <a:solidFill>
                  <a:srgbClr val="5B6B60"/>
                </a:solidFill>
                <a:latin typeface="Arial"/>
                <a:ea typeface="Arial"/>
                <a:cs typeface="Arial"/>
              </a:defRPr>
            </a:lvl2pPr>
            <a:lvl3pPr>
              <a:defRPr sz="1050" b="1">
                <a:solidFill>
                  <a:srgbClr val="5B6B60"/>
                </a:solidFill>
                <a:latin typeface="Arial"/>
                <a:ea typeface="Arial"/>
                <a:cs typeface="Arial"/>
              </a:defRPr>
            </a:lvl3pPr>
            <a:lvl4pPr>
              <a:defRPr sz="1050" b="1">
                <a:solidFill>
                  <a:srgbClr val="5B6B60"/>
                </a:solidFill>
                <a:latin typeface="Arial"/>
                <a:ea typeface="Arial"/>
                <a:cs typeface="Arial"/>
              </a:defRPr>
            </a:lvl4pPr>
            <a:lvl5pPr>
              <a:defRPr sz="1050" b="1">
                <a:solidFill>
                  <a:srgbClr val="5B6B60"/>
                </a:solidFill>
                <a:latin typeface="Arial"/>
                <a:ea typeface="Arial"/>
                <a:cs typeface="Arial"/>
              </a:defRPr>
            </a:lvl5pPr>
            <a:lvl6pPr>
              <a:defRPr sz="1050" b="1">
                <a:solidFill>
                  <a:srgbClr val="5B6B60"/>
                </a:solidFill>
                <a:latin typeface="Arial"/>
                <a:ea typeface="Arial"/>
                <a:cs typeface="Arial"/>
              </a:defRPr>
            </a:lvl6pPr>
            <a:lvl7pPr>
              <a:defRPr sz="1050" b="1">
                <a:solidFill>
                  <a:srgbClr val="5B6B60"/>
                </a:solidFill>
                <a:latin typeface="Arial"/>
                <a:ea typeface="Arial"/>
                <a:cs typeface="Arial"/>
              </a:defRPr>
            </a:lvl7pPr>
            <a:lvl8pPr>
              <a:defRPr sz="1050" b="1">
                <a:solidFill>
                  <a:srgbClr val="5B6B60"/>
                </a:solidFill>
                <a:latin typeface="Arial"/>
                <a:ea typeface="Arial"/>
                <a:cs typeface="Arial"/>
              </a:defRPr>
            </a:lvl8pPr>
            <a:lvl9pPr>
              <a:defRPr sz="1050" b="1">
                <a:solidFill>
                  <a:srgbClr val="5B6B60"/>
                </a:solidFill>
                <a:latin typeface="Arial"/>
                <a:ea typeface="Arial"/>
                <a:cs typeface="Arial"/>
              </a:defRPr>
            </a:lvl9pPr>
          </a:lstStyle>
          <a:p xmlns:a="http://schemas.openxmlformats.org/drawingml/2006/main">
            <a:pPr>
              <a:defRPr sz="1050" b="1">
                <a:solidFill>
                  <a:srgbClr val="5B6B60"/>
                </a:solidFill>
                <a:latin typeface="Arial"/>
                <a:ea typeface="Arial"/>
                <a:cs typeface="Arial"/>
              </a:defRPr>
            </a:pPr>
            <a:r>
              <a:rPr sz="1050" b="1">
                <a:solidFill>
                  <a:srgbClr val="5B6B60"/>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EE6E2A2C-23A1-4E7D-AB99-A963831D9DDF}"/>
              </a:ext>
            </a:extLst>
          </p:cNvPr>
          <p:cNvSpPr>
            <a:spLocks xmlns:a="http://schemas.openxmlformats.org/drawingml/2006/main" noGrp="1"/>
          </p:cNvSpPr>
          <p:nvPr/>
        </p:nvSpPr>
        <p:spPr>
          <a:xfrm xmlns:a="http://schemas.openxmlformats.org/drawingml/2006/main">
            <a:off x="609600" y="2352675"/>
            <a:ext cx="1095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93F32"/>
                </a:solidFill>
                <a:latin typeface="Arial"/>
                <a:ea typeface="Arial"/>
                <a:cs typeface="Arial"/>
              </a:defRPr>
            </a:defPPr>
            <a:lvl1pPr>
              <a:defRPr sz="2625" b="1">
                <a:solidFill>
                  <a:srgbClr val="193F32"/>
                </a:solidFill>
                <a:latin typeface="Arial"/>
                <a:ea typeface="Arial"/>
                <a:cs typeface="Arial"/>
              </a:defRPr>
            </a:lvl1pPr>
            <a:lvl2pPr>
              <a:defRPr sz="2625" b="1">
                <a:solidFill>
                  <a:srgbClr val="193F32"/>
                </a:solidFill>
                <a:latin typeface="Arial"/>
                <a:ea typeface="Arial"/>
                <a:cs typeface="Arial"/>
              </a:defRPr>
            </a:lvl2pPr>
            <a:lvl3pPr>
              <a:defRPr sz="2625" b="1">
                <a:solidFill>
                  <a:srgbClr val="193F32"/>
                </a:solidFill>
                <a:latin typeface="Arial"/>
                <a:ea typeface="Arial"/>
                <a:cs typeface="Arial"/>
              </a:defRPr>
            </a:lvl3pPr>
            <a:lvl4pPr>
              <a:defRPr sz="2625" b="1">
                <a:solidFill>
                  <a:srgbClr val="193F32"/>
                </a:solidFill>
                <a:latin typeface="Arial"/>
                <a:ea typeface="Arial"/>
                <a:cs typeface="Arial"/>
              </a:defRPr>
            </a:lvl4pPr>
            <a:lvl5pPr>
              <a:defRPr sz="2625" b="1">
                <a:solidFill>
                  <a:srgbClr val="193F32"/>
                </a:solidFill>
                <a:latin typeface="Arial"/>
                <a:ea typeface="Arial"/>
                <a:cs typeface="Arial"/>
              </a:defRPr>
            </a:lvl5pPr>
            <a:lvl6pPr>
              <a:defRPr sz="2625" b="1">
                <a:solidFill>
                  <a:srgbClr val="193F32"/>
                </a:solidFill>
                <a:latin typeface="Arial"/>
                <a:ea typeface="Arial"/>
                <a:cs typeface="Arial"/>
              </a:defRPr>
            </a:lvl6pPr>
            <a:lvl7pPr>
              <a:defRPr sz="2625" b="1">
                <a:solidFill>
                  <a:srgbClr val="193F32"/>
                </a:solidFill>
                <a:latin typeface="Arial"/>
                <a:ea typeface="Arial"/>
                <a:cs typeface="Arial"/>
              </a:defRPr>
            </a:lvl7pPr>
            <a:lvl8pPr>
              <a:defRPr sz="2625" b="1">
                <a:solidFill>
                  <a:srgbClr val="193F32"/>
                </a:solidFill>
                <a:latin typeface="Arial"/>
                <a:ea typeface="Arial"/>
                <a:cs typeface="Arial"/>
              </a:defRPr>
            </a:lvl8pPr>
            <a:lvl9pPr>
              <a:defRPr sz="2625" b="1">
                <a:solidFill>
                  <a:srgbClr val="193F32"/>
                </a:solidFill>
                <a:latin typeface="Arial"/>
                <a:ea typeface="Arial"/>
                <a:cs typeface="Arial"/>
              </a:defRPr>
            </a:lvl9pPr>
          </a:lstStyle>
          <a:p xmlns:a="http://schemas.openxmlformats.org/drawingml/2006/main">
            <a:pPr>
              <a:defRPr sz="2625" b="1">
                <a:solidFill>
                  <a:srgbClr val="193F32"/>
                </a:solidFill>
                <a:latin typeface="Arial"/>
                <a:ea typeface="Arial"/>
                <a:cs typeface="Arial"/>
              </a:defRPr>
            </a:pPr>
            <a:r>
              <a:rPr sz="2625" b="1">
                <a:solidFill>
                  <a:srgbClr val="193F32"/>
                </a:solidFill>
                <a:latin typeface="Arial"/>
                <a:ea typeface="Arial"/>
                <a:cs typeface="Arial"/>
              </a:rPr>
              <a:t>Incident → comparison → frozen analysis</a:t>
            </a:r>
          </a:p>
          <a:p xmlns:a="http://schemas.openxmlformats.org/drawingml/2006/main">
            <a:pPr>
              <a:defRPr sz="2625" b="1">
                <a:solidFill>
                  <a:srgbClr val="193F32"/>
                </a:solidFill>
                <a:latin typeface="Arial"/>
                <a:ea typeface="Arial"/>
                <a:cs typeface="Arial"/>
              </a:defRPr>
            </a:pPr>
            <a:r>
              <a:rPr sz="2625" b="1">
                <a:solidFill>
                  <a:srgbClr val="193F32"/>
                </a:solidFill>
                <a:latin typeface="Arial"/>
                <a:ea typeface="Arial"/>
                <a:cs typeface="Arial"/>
              </a:rPr>
              <a:t>AI explanation → capacity check → private report</a:t>
            </a:r>
          </a:p>
        </p:txBody>
      </p:sp>
      <p:sp>
        <p:nvSpPr>
          <p:cNvPr id="7" name="">
            <a:extLst xmlns:a="http://schemas.openxmlformats.org/drawingml/2006/main">
              <a:ext uri="{FF2B5EF4-FFF2-40B4-BE49-F238E27FC236}">
                <a16:creationId xmlns:a16="http://schemas.microsoft.com/office/drawing/2014/main" id="{EBA04413-50B5-4F69-83E1-53E340866463}"/>
              </a:ext>
            </a:extLst>
          </p:cNvPr>
          <p:cNvSpPr>
            <a:spLocks xmlns:a="http://schemas.openxmlformats.org/drawingml/2006/main" noGrp="1"/>
          </p:cNvSpPr>
          <p:nvPr/>
        </p:nvSpPr>
        <p:spPr>
          <a:xfrm xmlns:a="http://schemas.openxmlformats.org/drawingml/2006/main">
            <a:off x="609600" y="4400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16D52"/>
                </a:solidFill>
                <a:latin typeface="Arial"/>
                <a:ea typeface="Arial"/>
                <a:cs typeface="Arial"/>
              </a:defRPr>
            </a:defPPr>
            <a:lvl1pPr>
              <a:defRPr sz="2175" b="1">
                <a:solidFill>
                  <a:srgbClr val="416D52"/>
                </a:solidFill>
                <a:latin typeface="Arial"/>
                <a:ea typeface="Arial"/>
                <a:cs typeface="Arial"/>
              </a:defRPr>
            </a:lvl1pPr>
            <a:lvl2pPr>
              <a:defRPr sz="2175" b="1">
                <a:solidFill>
                  <a:srgbClr val="416D52"/>
                </a:solidFill>
                <a:latin typeface="Arial"/>
                <a:ea typeface="Arial"/>
                <a:cs typeface="Arial"/>
              </a:defRPr>
            </a:lvl2pPr>
            <a:lvl3pPr>
              <a:defRPr sz="2175" b="1">
                <a:solidFill>
                  <a:srgbClr val="416D52"/>
                </a:solidFill>
                <a:latin typeface="Arial"/>
                <a:ea typeface="Arial"/>
                <a:cs typeface="Arial"/>
              </a:defRPr>
            </a:lvl3pPr>
            <a:lvl4pPr>
              <a:defRPr sz="2175" b="1">
                <a:solidFill>
                  <a:srgbClr val="416D52"/>
                </a:solidFill>
                <a:latin typeface="Arial"/>
                <a:ea typeface="Arial"/>
                <a:cs typeface="Arial"/>
              </a:defRPr>
            </a:lvl4pPr>
            <a:lvl5pPr>
              <a:defRPr sz="2175" b="1">
                <a:solidFill>
                  <a:srgbClr val="416D52"/>
                </a:solidFill>
                <a:latin typeface="Arial"/>
                <a:ea typeface="Arial"/>
                <a:cs typeface="Arial"/>
              </a:defRPr>
            </a:lvl5pPr>
            <a:lvl6pPr>
              <a:defRPr sz="2175" b="1">
                <a:solidFill>
                  <a:srgbClr val="416D52"/>
                </a:solidFill>
                <a:latin typeface="Arial"/>
                <a:ea typeface="Arial"/>
                <a:cs typeface="Arial"/>
              </a:defRPr>
            </a:lvl6pPr>
            <a:lvl7pPr>
              <a:defRPr sz="2175" b="1">
                <a:solidFill>
                  <a:srgbClr val="416D52"/>
                </a:solidFill>
                <a:latin typeface="Arial"/>
                <a:ea typeface="Arial"/>
                <a:cs typeface="Arial"/>
              </a:defRPr>
            </a:lvl7pPr>
            <a:lvl8pPr>
              <a:defRPr sz="2175" b="1">
                <a:solidFill>
                  <a:srgbClr val="416D52"/>
                </a:solidFill>
                <a:latin typeface="Arial"/>
                <a:ea typeface="Arial"/>
                <a:cs typeface="Arial"/>
              </a:defRPr>
            </a:lvl8pPr>
            <a:lvl9pPr>
              <a:defRPr sz="2175" b="1">
                <a:solidFill>
                  <a:srgbClr val="416D52"/>
                </a:solidFill>
                <a:latin typeface="Arial"/>
                <a:ea typeface="Arial"/>
                <a:cs typeface="Arial"/>
              </a:defRPr>
            </a:lvl9pPr>
          </a:lstStyle>
          <a:p xmlns:a="http://schemas.openxmlformats.org/drawingml/2006/main">
            <a:pPr>
              <a:defRPr sz="2175" b="1">
                <a:solidFill>
                  <a:srgbClr val="416D52"/>
                </a:solidFill>
                <a:latin typeface="Arial"/>
                <a:ea typeface="Arial"/>
                <a:cs typeface="Arial"/>
              </a:defRPr>
            </a:pPr>
            <a:r>
              <a:rPr sz="2175" b="1">
                <a:solidFill>
                  <a:srgbClr val="416D52"/>
                </a:solidFill>
                <a:latin typeface="Arial"/>
                <a:ea typeface="Arial"/>
                <a:cs typeface="Arial"/>
              </a:rPr>
              <a:t>Reproducible calculation. Explicit approval. Recorded cloud evidence.</a:t>
            </a:r>
          </a:p>
        </p:txBody>
      </p:sp>
      <p:sp>
        <p:nvSpPr>
          <p:cNvPr id="8" name="">
            <a:extLst xmlns:a="http://schemas.openxmlformats.org/drawingml/2006/main">
              <a:ext uri="{FF2B5EF4-FFF2-40B4-BE49-F238E27FC236}">
                <a16:creationId xmlns:a16="http://schemas.microsoft.com/office/drawing/2014/main" id="{A9FA645A-6E77-4956-82C9-2EB2D8CCE355}"/>
              </a:ext>
            </a:extLst>
          </p:cNvPr>
          <p:cNvSpPr>
            <a:spLocks xmlns:a="http://schemas.openxmlformats.org/drawingml/2006/main" noGrp="1"/>
          </p:cNvSpPr>
          <p:nvPr/>
        </p:nvSpPr>
        <p:spPr>
          <a:xfrm xmlns:a="http://schemas.openxmlformats.org/drawingml/2006/main">
            <a:off x="609600" y="56483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B6B60"/>
                </a:solidFill>
                <a:latin typeface="Arial"/>
                <a:ea typeface="Arial"/>
                <a:cs typeface="Arial"/>
              </a:defRPr>
            </a:defPPr>
            <a:lvl1pPr>
              <a:defRPr sz="1575" b="0">
                <a:solidFill>
                  <a:srgbClr val="5B6B60"/>
                </a:solidFill>
                <a:latin typeface="Arial"/>
                <a:ea typeface="Arial"/>
                <a:cs typeface="Arial"/>
              </a:defRPr>
            </a:lvl1pPr>
            <a:lvl2pPr>
              <a:defRPr sz="1575" b="0">
                <a:solidFill>
                  <a:srgbClr val="5B6B60"/>
                </a:solidFill>
                <a:latin typeface="Arial"/>
                <a:ea typeface="Arial"/>
                <a:cs typeface="Arial"/>
              </a:defRPr>
            </a:lvl2pPr>
            <a:lvl3pPr>
              <a:defRPr sz="1575" b="0">
                <a:solidFill>
                  <a:srgbClr val="5B6B60"/>
                </a:solidFill>
                <a:latin typeface="Arial"/>
                <a:ea typeface="Arial"/>
                <a:cs typeface="Arial"/>
              </a:defRPr>
            </a:lvl3pPr>
            <a:lvl4pPr>
              <a:defRPr sz="1575" b="0">
                <a:solidFill>
                  <a:srgbClr val="5B6B60"/>
                </a:solidFill>
                <a:latin typeface="Arial"/>
                <a:ea typeface="Arial"/>
                <a:cs typeface="Arial"/>
              </a:defRPr>
            </a:lvl4pPr>
            <a:lvl5pPr>
              <a:defRPr sz="1575" b="0">
                <a:solidFill>
                  <a:srgbClr val="5B6B60"/>
                </a:solidFill>
                <a:latin typeface="Arial"/>
                <a:ea typeface="Arial"/>
                <a:cs typeface="Arial"/>
              </a:defRPr>
            </a:lvl5pPr>
            <a:lvl6pPr>
              <a:defRPr sz="1575" b="0">
                <a:solidFill>
                  <a:srgbClr val="5B6B60"/>
                </a:solidFill>
                <a:latin typeface="Arial"/>
                <a:ea typeface="Arial"/>
                <a:cs typeface="Arial"/>
              </a:defRPr>
            </a:lvl6pPr>
            <a:lvl7pPr>
              <a:defRPr sz="1575" b="0">
                <a:solidFill>
                  <a:srgbClr val="5B6B60"/>
                </a:solidFill>
                <a:latin typeface="Arial"/>
                <a:ea typeface="Arial"/>
                <a:cs typeface="Arial"/>
              </a:defRPr>
            </a:lvl7pPr>
            <a:lvl8pPr>
              <a:defRPr sz="1575" b="0">
                <a:solidFill>
                  <a:srgbClr val="5B6B60"/>
                </a:solidFill>
                <a:latin typeface="Arial"/>
                <a:ea typeface="Arial"/>
                <a:cs typeface="Arial"/>
              </a:defRPr>
            </a:lvl8pPr>
            <a:lvl9pPr>
              <a:defRPr sz="1575" b="0">
                <a:solidFill>
                  <a:srgbClr val="5B6B60"/>
                </a:solidFill>
                <a:latin typeface="Arial"/>
                <a:ea typeface="Arial"/>
                <a:cs typeface="Arial"/>
              </a:defRPr>
            </a:lvl9pPr>
          </a:lstStyle>
          <a:p xmlns:a="http://schemas.openxmlformats.org/drawingml/2006/main">
            <a:pPr>
              <a:defRPr sz="1575" b="0">
                <a:solidFill>
                  <a:srgbClr val="5B6B60"/>
                </a:solidFill>
                <a:latin typeface="Arial"/>
                <a:ea typeface="Arial"/>
                <a:cs typeface="Arial"/>
              </a:defRPr>
            </a:pPr>
            <a:r>
              <a:rPr sz="1575" b="0">
                <a:solidFill>
                  <a:srgbClr val="5B6B60"/>
                </a:solidFill>
                <a:latin typeface="Arial"/>
                <a:ea typeface="Arial"/>
                <a:cs typeface="Arial"/>
              </a:rPr>
              <a:t>Local demo available offline after setup; cloud actions require sign-in.</a:t>
            </a:r>
          </a:p>
        </p:txBody>
      </p:sp>
    </p:spTree>
    <p:extLst>
      <p:ext uri="{BB962C8B-B14F-4D97-AF65-F5344CB8AC3E}">
        <p14:creationId xmlns:p14="http://schemas.microsoft.com/office/powerpoint/2010/main" val="10342611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2026-10-23T00:57:35.6740000Z</dcterms:created>
  <dcterms:modified xsi:type="dcterms:W3CDTF">2026-10-23T00:57:35.6740000Z</dcterms:modified>
</coreProperties>
</file>